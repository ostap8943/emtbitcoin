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881" r:id="rId2"/>
  </p:sldMasterIdLst>
  <p:notesMasterIdLst>
    <p:notesMasterId r:id="rId4"/>
  </p:notesMasterIdLst>
  <p:handoutMasterIdLst>
    <p:handoutMasterId r:id="rId5"/>
  </p:handoutMasterIdLst>
  <p:sldIdLst>
    <p:sldId id="306" r:id="rId3"/>
  </p:sldIdLst>
  <p:sldSz cx="9144000" cy="5143500" type="screen16x9"/>
  <p:notesSz cx="6858000" cy="9144000"/>
  <p:defaultTextStyle>
    <a:defPPr>
      <a:defRPr lang="de-DE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451"/>
    <a:srgbClr val="262A31"/>
    <a:srgbClr val="B2B2B2"/>
    <a:srgbClr val="C9C9C9"/>
    <a:srgbClr val="969696"/>
    <a:srgbClr val="4D4D4D"/>
    <a:srgbClr val="242424"/>
    <a:srgbClr val="79B2D4"/>
    <a:srgbClr val="91B7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43090E-B03E-400C-988B-B7FEE047A834}" v="2" dt="2025-12-03T17:40:32.367"/>
  </p1510:revLst>
</p1510:revInfo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11" autoAdjust="0"/>
    <p:restoredTop sz="87858" autoAdjust="0"/>
  </p:normalViewPr>
  <p:slideViewPr>
    <p:cSldViewPr snapToGrid="0" snapToObjects="1" showGuides="1">
      <p:cViewPr>
        <p:scale>
          <a:sx n="75" d="100"/>
          <a:sy n="75" d="100"/>
        </p:scale>
        <p:origin x="92" y="2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67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85" d="100"/>
          <a:sy n="85" d="100"/>
        </p:scale>
        <p:origin x="38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Zurek" userId="bd731144-f7a1-431e-a51c-7a43f5f79761" providerId="ADAL" clId="{A91B7DAC-651C-4EF9-A30C-4CCA0B618A43}"/>
    <pc:docChg chg="undo custSel addSld delSld modSld modMainMaster">
      <pc:chgData name="Daniel Zurek" userId="bd731144-f7a1-431e-a51c-7a43f5f79761" providerId="ADAL" clId="{A91B7DAC-651C-4EF9-A30C-4CCA0B618A43}" dt="2025-12-03T17:48:07.101" v="261" actId="47"/>
      <pc:docMkLst>
        <pc:docMk/>
      </pc:docMkLst>
      <pc:sldChg chg="del">
        <pc:chgData name="Daniel Zurek" userId="bd731144-f7a1-431e-a51c-7a43f5f79761" providerId="ADAL" clId="{A91B7DAC-651C-4EF9-A30C-4CCA0B618A43}" dt="2025-12-03T17:48:05.552" v="260" actId="47"/>
        <pc:sldMkLst>
          <pc:docMk/>
          <pc:sldMk cId="0" sldId="304"/>
        </pc:sldMkLst>
      </pc:sldChg>
      <pc:sldChg chg="del">
        <pc:chgData name="Daniel Zurek" userId="bd731144-f7a1-431e-a51c-7a43f5f79761" providerId="ADAL" clId="{A91B7DAC-651C-4EF9-A30C-4CCA0B618A43}" dt="2025-12-03T17:48:07.101" v="261" actId="47"/>
        <pc:sldMkLst>
          <pc:docMk/>
          <pc:sldMk cId="0" sldId="305"/>
        </pc:sldMkLst>
      </pc:sldChg>
      <pc:sldChg chg="addSp delSp modSp new del mod">
        <pc:chgData name="Daniel Zurek" userId="bd731144-f7a1-431e-a51c-7a43f5f79761" providerId="ADAL" clId="{A91B7DAC-651C-4EF9-A30C-4CCA0B618A43}" dt="2025-12-03T17:40:09.570" v="12" actId="47"/>
        <pc:sldMkLst>
          <pc:docMk/>
          <pc:sldMk cId="178114257" sldId="306"/>
        </pc:sldMkLst>
        <pc:spChg chg="del">
          <ac:chgData name="Daniel Zurek" userId="bd731144-f7a1-431e-a51c-7a43f5f79761" providerId="ADAL" clId="{A91B7DAC-651C-4EF9-A30C-4CCA0B618A43}" dt="2025-12-03T17:39:48.599" v="4"/>
          <ac:spMkLst>
            <pc:docMk/>
            <pc:sldMk cId="178114257" sldId="306"/>
            <ac:spMk id="3" creationId="{732A4E70-8814-849F-656D-AE2970E65B08}"/>
          </ac:spMkLst>
        </pc:spChg>
        <pc:spChg chg="del mod">
          <ac:chgData name="Daniel Zurek" userId="bd731144-f7a1-431e-a51c-7a43f5f79761" providerId="ADAL" clId="{A91B7DAC-651C-4EF9-A30C-4CCA0B618A43}" dt="2025-12-03T17:40:01.846" v="11" actId="478"/>
          <ac:spMkLst>
            <pc:docMk/>
            <pc:sldMk cId="178114257" sldId="306"/>
            <ac:spMk id="4" creationId="{C5AF7FA4-E723-D8DB-D969-E8C7A651FDD1}"/>
          </ac:spMkLst>
        </pc:spChg>
        <pc:picChg chg="add mod">
          <ac:chgData name="Daniel Zurek" userId="bd731144-f7a1-431e-a51c-7a43f5f79761" providerId="ADAL" clId="{A91B7DAC-651C-4EF9-A30C-4CCA0B618A43}" dt="2025-12-03T17:39:54.571" v="9" actId="14100"/>
          <ac:picMkLst>
            <pc:docMk/>
            <pc:sldMk cId="178114257" sldId="306"/>
            <ac:picMk id="7" creationId="{B2415B67-6B61-23B0-61EA-32BF66BFA082}"/>
          </ac:picMkLst>
        </pc:picChg>
      </pc:sldChg>
      <pc:sldChg chg="addSp delSp modSp new mod modClrScheme chgLayout">
        <pc:chgData name="Daniel Zurek" userId="bd731144-f7a1-431e-a51c-7a43f5f79761" providerId="ADAL" clId="{A91B7DAC-651C-4EF9-A30C-4CCA0B618A43}" dt="2025-12-03T17:47:43.691" v="259" actId="20577"/>
        <pc:sldMkLst>
          <pc:docMk/>
          <pc:sldMk cId="1767052862" sldId="306"/>
        </pc:sldMkLst>
        <pc:spChg chg="add del">
          <ac:chgData name="Daniel Zurek" userId="bd731144-f7a1-431e-a51c-7a43f5f79761" providerId="ADAL" clId="{A91B7DAC-651C-4EF9-A30C-4CCA0B618A43}" dt="2025-12-03T17:40:54.952" v="21" actId="26606"/>
          <ac:spMkLst>
            <pc:docMk/>
            <pc:sldMk cId="1767052862" sldId="306"/>
            <ac:spMk id="2" creationId="{3C35779C-890B-572C-AFF9-07A99D3CE031}"/>
          </ac:spMkLst>
        </pc:spChg>
        <pc:spChg chg="add del">
          <ac:chgData name="Daniel Zurek" userId="bd731144-f7a1-431e-a51c-7a43f5f79761" providerId="ADAL" clId="{A91B7DAC-651C-4EF9-A30C-4CCA0B618A43}" dt="2025-12-03T17:40:54.952" v="21" actId="26606"/>
          <ac:spMkLst>
            <pc:docMk/>
            <pc:sldMk cId="1767052862" sldId="306"/>
            <ac:spMk id="3" creationId="{918C3433-A753-0F70-FCA3-9689531FE99E}"/>
          </ac:spMkLst>
        </pc:spChg>
        <pc:spChg chg="del">
          <ac:chgData name="Daniel Zurek" userId="bd731144-f7a1-431e-a51c-7a43f5f79761" providerId="ADAL" clId="{A91B7DAC-651C-4EF9-A30C-4CCA0B618A43}" dt="2025-12-03T17:40:32.366" v="14"/>
          <ac:spMkLst>
            <pc:docMk/>
            <pc:sldMk cId="1767052862" sldId="306"/>
            <ac:spMk id="4" creationId="{8D8834CA-1BE4-F55A-5071-DDB975AF747F}"/>
          </ac:spMkLst>
        </pc:spChg>
        <pc:spChg chg="add del">
          <ac:chgData name="Daniel Zurek" userId="bd731144-f7a1-431e-a51c-7a43f5f79761" providerId="ADAL" clId="{A91B7DAC-651C-4EF9-A30C-4CCA0B618A43}" dt="2025-12-03T17:40:54.952" v="21" actId="26606"/>
          <ac:spMkLst>
            <pc:docMk/>
            <pc:sldMk cId="1767052862" sldId="306"/>
            <ac:spMk id="5" creationId="{6B29B290-9FAE-EC33-832A-AB5491069385}"/>
          </ac:spMkLst>
        </pc:spChg>
        <pc:spChg chg="mod modVis">
          <ac:chgData name="Daniel Zurek" userId="bd731144-f7a1-431e-a51c-7a43f5f79761" providerId="ADAL" clId="{A91B7DAC-651C-4EF9-A30C-4CCA0B618A43}" dt="2025-12-03T17:40:54.952" v="21" actId="26606"/>
          <ac:spMkLst>
            <pc:docMk/>
            <pc:sldMk cId="1767052862" sldId="306"/>
            <ac:spMk id="6" creationId="{F665871E-180C-01C0-F5FD-585E03ACE34A}"/>
          </ac:spMkLst>
        </pc:spChg>
        <pc:spChg chg="add mod">
          <ac:chgData name="Daniel Zurek" userId="bd731144-f7a1-431e-a51c-7a43f5f79761" providerId="ADAL" clId="{A91B7DAC-651C-4EF9-A30C-4CCA0B618A43}" dt="2025-12-03T17:42:11.375" v="84" actId="20577"/>
          <ac:spMkLst>
            <pc:docMk/>
            <pc:sldMk cId="1767052862" sldId="306"/>
            <ac:spMk id="13" creationId="{0A87F1B1-08AE-B901-7C42-8F25D067FA6B}"/>
          </ac:spMkLst>
        </pc:spChg>
        <pc:spChg chg="add mod">
          <ac:chgData name="Daniel Zurek" userId="bd731144-f7a1-431e-a51c-7a43f5f79761" providerId="ADAL" clId="{A91B7DAC-651C-4EF9-A30C-4CCA0B618A43}" dt="2025-12-03T17:47:43.691" v="259" actId="20577"/>
          <ac:spMkLst>
            <pc:docMk/>
            <pc:sldMk cId="1767052862" sldId="306"/>
            <ac:spMk id="15" creationId="{0FEE3987-7669-2E83-C179-DD706A2EF576}"/>
          </ac:spMkLst>
        </pc:spChg>
        <pc:spChg chg="add del mod">
          <ac:chgData name="Daniel Zurek" userId="bd731144-f7a1-431e-a51c-7a43f5f79761" providerId="ADAL" clId="{A91B7DAC-651C-4EF9-A30C-4CCA0B618A43}" dt="2025-12-03T17:41:11.453" v="24" actId="478"/>
          <ac:spMkLst>
            <pc:docMk/>
            <pc:sldMk cId="1767052862" sldId="306"/>
            <ac:spMk id="17" creationId="{742E6CFA-DE6C-420C-5C59-513F853F8BC1}"/>
          </ac:spMkLst>
        </pc:spChg>
        <pc:picChg chg="add mod">
          <ac:chgData name="Daniel Zurek" userId="bd731144-f7a1-431e-a51c-7a43f5f79761" providerId="ADAL" clId="{A91B7DAC-651C-4EF9-A30C-4CCA0B618A43}" dt="2025-12-03T17:41:14.431" v="25" actId="14100"/>
          <ac:picMkLst>
            <pc:docMk/>
            <pc:sldMk cId="1767052862" sldId="306"/>
            <ac:picMk id="8" creationId="{9AFB2BD3-646F-1CBE-1BBC-B69051903850}"/>
          </ac:picMkLst>
        </pc:picChg>
      </pc:sldChg>
      <pc:sldChg chg="new del">
        <pc:chgData name="Daniel Zurek" userId="bd731144-f7a1-431e-a51c-7a43f5f79761" providerId="ADAL" clId="{A91B7DAC-651C-4EF9-A30C-4CCA0B618A43}" dt="2025-12-03T17:39:29.301" v="2" actId="47"/>
        <pc:sldMkLst>
          <pc:docMk/>
          <pc:sldMk cId="3755775294" sldId="306"/>
        </pc:sldMkLst>
      </pc:sldChg>
      <pc:sldMasterChg chg="delSp mod">
        <pc:chgData name="Daniel Zurek" userId="bd731144-f7a1-431e-a51c-7a43f5f79761" providerId="ADAL" clId="{A91B7DAC-651C-4EF9-A30C-4CCA0B618A43}" dt="2025-12-03T17:39:05.476" v="0" actId="478"/>
        <pc:sldMasterMkLst>
          <pc:docMk/>
          <pc:sldMasterMk cId="3392803545" sldId="2147483881"/>
        </pc:sldMasterMkLst>
        <pc:cxnChg chg="del">
          <ac:chgData name="Daniel Zurek" userId="bd731144-f7a1-431e-a51c-7a43f5f79761" providerId="ADAL" clId="{A91B7DAC-651C-4EF9-A30C-4CCA0B618A43}" dt="2025-12-03T17:39:05.476" v="0" actId="478"/>
          <ac:cxnSpMkLst>
            <pc:docMk/>
            <pc:sldMasterMk cId="3392803545" sldId="2147483881"/>
            <ac:cxnSpMk id="4" creationId="{00000000-0000-0000-0000-000000000000}"/>
          </ac:cxnSpMkLst>
        </pc:cxn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2D1D50A-91A0-4313-AF41-8FA8C1A6F672}" type="datetimeFigureOut">
              <a:rPr lang="de-DE" altLang="de-DE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03.12.2025</a:t>
            </a:fld>
            <a:endParaRPr lang="de-DE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835DF71-E1E2-47C3-B9FA-47C07B346B8B}" type="slidenum">
              <a:rPr lang="de-DE" altLang="de-DE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7005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1E3895C-9893-433E-BD86-ABF19E357674}" type="datetimeFigureOut">
              <a:rPr lang="de-DE" altLang="de-DE" smtClean="0"/>
              <a:pPr>
                <a:defRPr/>
              </a:pPr>
              <a:t>03.12.2025</a:t>
            </a:fld>
            <a:endParaRPr lang="de-DE" alt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Mastertextformat bearbeiten</a:t>
            </a:r>
          </a:p>
          <a:p>
            <a:pPr lvl="1"/>
            <a:r>
              <a:rPr lang="de-DE" altLang="de-DE" noProof="0" dirty="0"/>
              <a:t>Zweite Ebene</a:t>
            </a:r>
          </a:p>
          <a:p>
            <a:pPr lvl="2"/>
            <a:r>
              <a:rPr lang="de-DE" altLang="de-DE" noProof="0" dirty="0"/>
              <a:t>Dritte Ebene</a:t>
            </a:r>
          </a:p>
          <a:p>
            <a:pPr lvl="3"/>
            <a:r>
              <a:rPr lang="de-DE" altLang="de-DE" noProof="0" dirty="0"/>
              <a:t>Vierte Ebene</a:t>
            </a:r>
          </a:p>
          <a:p>
            <a:pPr lvl="4"/>
            <a:r>
              <a:rPr lang="de-DE" alt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F73AAAE-5F9A-4204-AFEA-00ECD2D60F92}" type="slidenum">
              <a:rPr lang="de-DE" altLang="de-DE" smtClean="0"/>
              <a:pPr>
                <a:defRPr/>
              </a:pPr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7175416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Arial" panose="020B0604020202020204" pitchFamily="34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002" y="0"/>
            <a:ext cx="3524250" cy="515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95687" y="2078847"/>
            <a:ext cx="8092705" cy="1487313"/>
          </a:xfrm>
        </p:spPr>
        <p:txBody>
          <a:bodyPr anchor="t"/>
          <a:lstStyle>
            <a:lvl1pPr>
              <a:defRPr sz="2800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95687" y="1606876"/>
            <a:ext cx="6400800" cy="471971"/>
          </a:xfrm>
        </p:spPr>
        <p:txBody>
          <a:bodyPr anchor="b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1"/>
          </p:nvPr>
        </p:nvSpPr>
        <p:spPr>
          <a:xfrm>
            <a:off x="295687" y="4439286"/>
            <a:ext cx="2098597" cy="517525"/>
          </a:xfrm>
        </p:spPr>
        <p:txBody>
          <a:bodyPr>
            <a:noAutofit/>
          </a:bodyPr>
          <a:lstStyle>
            <a:lvl1pPr marL="0" indent="0" algn="l"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2"/>
          </p:nvPr>
        </p:nvSpPr>
        <p:spPr>
          <a:xfrm>
            <a:off x="2453698" y="4444369"/>
            <a:ext cx="2184476" cy="517525"/>
          </a:xfrm>
        </p:spPr>
        <p:txBody>
          <a:bodyPr>
            <a:noAutofit/>
          </a:bodyPr>
          <a:lstStyle>
            <a:lvl1pPr marL="0" indent="0" algn="l">
              <a:defRPr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641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4"/>
          <p:cNvSpPr>
            <a:spLocks noGrp="1"/>
          </p:cNvSpPr>
          <p:nvPr>
            <p:ph type="body" sz="quarter" idx="13"/>
          </p:nvPr>
        </p:nvSpPr>
        <p:spPr bwMode="auto">
          <a:xfrm>
            <a:off x="3501688" y="-5922"/>
            <a:ext cx="5654316" cy="5152775"/>
          </a:xfrm>
          <a:custGeom>
            <a:avLst/>
            <a:gdLst>
              <a:gd name="connsiteX0" fmla="*/ 0 w 2419350"/>
              <a:gd name="connsiteY0" fmla="*/ 5172957 h 5172957"/>
              <a:gd name="connsiteX1" fmla="*/ 604838 w 2419350"/>
              <a:gd name="connsiteY1" fmla="*/ 0 h 5172957"/>
              <a:gd name="connsiteX2" fmla="*/ 1814513 w 2419350"/>
              <a:gd name="connsiteY2" fmla="*/ 0 h 5172957"/>
              <a:gd name="connsiteX3" fmla="*/ 2419350 w 2419350"/>
              <a:gd name="connsiteY3" fmla="*/ 5172957 h 5172957"/>
              <a:gd name="connsiteX4" fmla="*/ 0 w 2419350"/>
              <a:gd name="connsiteY4" fmla="*/ 5172957 h 5172957"/>
              <a:gd name="connsiteX0" fmla="*/ 0 w 2439138"/>
              <a:gd name="connsiteY0" fmla="*/ 5172957 h 5172957"/>
              <a:gd name="connsiteX1" fmla="*/ 604838 w 2439138"/>
              <a:gd name="connsiteY1" fmla="*/ 0 h 5172957"/>
              <a:gd name="connsiteX2" fmla="*/ 2439138 w 2439138"/>
              <a:gd name="connsiteY2" fmla="*/ 6439 h 5172957"/>
              <a:gd name="connsiteX3" fmla="*/ 2419350 w 2439138"/>
              <a:gd name="connsiteY3" fmla="*/ 5172957 h 5172957"/>
              <a:gd name="connsiteX4" fmla="*/ 0 w 2439138"/>
              <a:gd name="connsiteY4" fmla="*/ 5172957 h 5172957"/>
              <a:gd name="connsiteX0" fmla="*/ 3226626 w 5665764"/>
              <a:gd name="connsiteY0" fmla="*/ 5166518 h 5166518"/>
              <a:gd name="connsiteX1" fmla="*/ 0 w 5665764"/>
              <a:gd name="connsiteY1" fmla="*/ 6440 h 5166518"/>
              <a:gd name="connsiteX2" fmla="*/ 5665764 w 5665764"/>
              <a:gd name="connsiteY2" fmla="*/ 0 h 5166518"/>
              <a:gd name="connsiteX3" fmla="*/ 5645976 w 5665764"/>
              <a:gd name="connsiteY3" fmla="*/ 5166518 h 5166518"/>
              <a:gd name="connsiteX4" fmla="*/ 3226626 w 5665764"/>
              <a:gd name="connsiteY4" fmla="*/ 5166518 h 5166518"/>
              <a:gd name="connsiteX0" fmla="*/ 2421696 w 5665764"/>
              <a:gd name="connsiteY0" fmla="*/ 5192275 h 5192275"/>
              <a:gd name="connsiteX1" fmla="*/ 0 w 5665764"/>
              <a:gd name="connsiteY1" fmla="*/ 6440 h 5192275"/>
              <a:gd name="connsiteX2" fmla="*/ 5665764 w 5665764"/>
              <a:gd name="connsiteY2" fmla="*/ 0 h 5192275"/>
              <a:gd name="connsiteX3" fmla="*/ 5645976 w 5665764"/>
              <a:gd name="connsiteY3" fmla="*/ 5166518 h 5192275"/>
              <a:gd name="connsiteX4" fmla="*/ 2421696 w 5665764"/>
              <a:gd name="connsiteY4" fmla="*/ 5192275 h 5192275"/>
              <a:gd name="connsiteX0" fmla="*/ 2421696 w 5665764"/>
              <a:gd name="connsiteY0" fmla="*/ 5183177 h 5183177"/>
              <a:gd name="connsiteX1" fmla="*/ 0 w 5665764"/>
              <a:gd name="connsiteY1" fmla="*/ 6440 h 5183177"/>
              <a:gd name="connsiteX2" fmla="*/ 5665764 w 5665764"/>
              <a:gd name="connsiteY2" fmla="*/ 0 h 5183177"/>
              <a:gd name="connsiteX3" fmla="*/ 5645976 w 5665764"/>
              <a:gd name="connsiteY3" fmla="*/ 5166518 h 5183177"/>
              <a:gd name="connsiteX4" fmla="*/ 2421696 w 5665764"/>
              <a:gd name="connsiteY4" fmla="*/ 5183177 h 5183177"/>
              <a:gd name="connsiteX0" fmla="*/ 2421696 w 5665764"/>
              <a:gd name="connsiteY0" fmla="*/ 5174079 h 5174079"/>
              <a:gd name="connsiteX1" fmla="*/ 0 w 5665764"/>
              <a:gd name="connsiteY1" fmla="*/ 6440 h 5174079"/>
              <a:gd name="connsiteX2" fmla="*/ 5665764 w 5665764"/>
              <a:gd name="connsiteY2" fmla="*/ 0 h 5174079"/>
              <a:gd name="connsiteX3" fmla="*/ 5645976 w 5665764"/>
              <a:gd name="connsiteY3" fmla="*/ 5166518 h 5174079"/>
              <a:gd name="connsiteX4" fmla="*/ 2421696 w 5665764"/>
              <a:gd name="connsiteY4" fmla="*/ 5174079 h 5174079"/>
              <a:gd name="connsiteX0" fmla="*/ 2417147 w 5665764"/>
              <a:gd name="connsiteY0" fmla="*/ 5169530 h 5169530"/>
              <a:gd name="connsiteX1" fmla="*/ 0 w 5665764"/>
              <a:gd name="connsiteY1" fmla="*/ 6440 h 5169530"/>
              <a:gd name="connsiteX2" fmla="*/ 5665764 w 5665764"/>
              <a:gd name="connsiteY2" fmla="*/ 0 h 5169530"/>
              <a:gd name="connsiteX3" fmla="*/ 5645976 w 5665764"/>
              <a:gd name="connsiteY3" fmla="*/ 5166518 h 5169530"/>
              <a:gd name="connsiteX4" fmla="*/ 2417147 w 5665764"/>
              <a:gd name="connsiteY4" fmla="*/ 5169530 h 5169530"/>
              <a:gd name="connsiteX0" fmla="*/ 2417147 w 5652116"/>
              <a:gd name="connsiteY0" fmla="*/ 5164981 h 5164981"/>
              <a:gd name="connsiteX1" fmla="*/ 0 w 5652116"/>
              <a:gd name="connsiteY1" fmla="*/ 1891 h 5164981"/>
              <a:gd name="connsiteX2" fmla="*/ 5652116 w 5652116"/>
              <a:gd name="connsiteY2" fmla="*/ 0 h 5164981"/>
              <a:gd name="connsiteX3" fmla="*/ 5645976 w 5652116"/>
              <a:gd name="connsiteY3" fmla="*/ 5161969 h 5164981"/>
              <a:gd name="connsiteX4" fmla="*/ 2417147 w 5652116"/>
              <a:gd name="connsiteY4" fmla="*/ 5164981 h 5164981"/>
              <a:gd name="connsiteX0" fmla="*/ 2417147 w 5646219"/>
              <a:gd name="connsiteY0" fmla="*/ 5163090 h 5163090"/>
              <a:gd name="connsiteX1" fmla="*/ 0 w 5646219"/>
              <a:gd name="connsiteY1" fmla="*/ 0 h 5163090"/>
              <a:gd name="connsiteX2" fmla="*/ 5638468 w 5646219"/>
              <a:gd name="connsiteY2" fmla="*/ 11757 h 5163090"/>
              <a:gd name="connsiteX3" fmla="*/ 5645976 w 5646219"/>
              <a:gd name="connsiteY3" fmla="*/ 5160078 h 5163090"/>
              <a:gd name="connsiteX4" fmla="*/ 2417147 w 5646219"/>
              <a:gd name="connsiteY4" fmla="*/ 5163090 h 5163090"/>
              <a:gd name="connsiteX0" fmla="*/ 2417147 w 5646219"/>
              <a:gd name="connsiteY0" fmla="*/ 5164981 h 5164981"/>
              <a:gd name="connsiteX1" fmla="*/ 0 w 5646219"/>
              <a:gd name="connsiteY1" fmla="*/ 1891 h 5164981"/>
              <a:gd name="connsiteX2" fmla="*/ 5638468 w 5646219"/>
              <a:gd name="connsiteY2" fmla="*/ 0 h 5164981"/>
              <a:gd name="connsiteX3" fmla="*/ 5645976 w 5646219"/>
              <a:gd name="connsiteY3" fmla="*/ 5161969 h 5164981"/>
              <a:gd name="connsiteX4" fmla="*/ 2417147 w 5646219"/>
              <a:gd name="connsiteY4" fmla="*/ 5164981 h 5164981"/>
              <a:gd name="connsiteX0" fmla="*/ 2417147 w 5641803"/>
              <a:gd name="connsiteY0" fmla="*/ 5164981 h 5164981"/>
              <a:gd name="connsiteX1" fmla="*/ 0 w 5641803"/>
              <a:gd name="connsiteY1" fmla="*/ 1891 h 5164981"/>
              <a:gd name="connsiteX2" fmla="*/ 5638468 w 5641803"/>
              <a:gd name="connsiteY2" fmla="*/ 0 h 5164981"/>
              <a:gd name="connsiteX3" fmla="*/ 5641426 w 5641803"/>
              <a:gd name="connsiteY3" fmla="*/ 5161969 h 5164981"/>
              <a:gd name="connsiteX4" fmla="*/ 2417147 w 5641803"/>
              <a:gd name="connsiteY4" fmla="*/ 5164981 h 5164981"/>
              <a:gd name="connsiteX0" fmla="*/ 2417147 w 5643017"/>
              <a:gd name="connsiteY0" fmla="*/ 5174079 h 5174079"/>
              <a:gd name="connsiteX1" fmla="*/ 0 w 5643017"/>
              <a:gd name="connsiteY1" fmla="*/ 1098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43017"/>
              <a:gd name="connsiteY0" fmla="*/ 5174079 h 5174079"/>
              <a:gd name="connsiteX1" fmla="*/ 0 w 5643017"/>
              <a:gd name="connsiteY1" fmla="*/ 460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54316"/>
              <a:gd name="connsiteY0" fmla="*/ 5174079 h 5177448"/>
              <a:gd name="connsiteX1" fmla="*/ 0 w 5654316"/>
              <a:gd name="connsiteY1" fmla="*/ 4609 h 5177448"/>
              <a:gd name="connsiteX2" fmla="*/ 5643017 w 5654316"/>
              <a:gd name="connsiteY2" fmla="*/ 0 h 5177448"/>
              <a:gd name="connsiteX3" fmla="*/ 5654126 w 5654316"/>
              <a:gd name="connsiteY3" fmla="*/ 5177448 h 5177448"/>
              <a:gd name="connsiteX4" fmla="*/ 2417147 w 5654316"/>
              <a:gd name="connsiteY4" fmla="*/ 5174079 h 517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4316" h="5177448">
                <a:moveTo>
                  <a:pt x="2417147" y="5174079"/>
                </a:moveTo>
                <a:lnTo>
                  <a:pt x="0" y="4609"/>
                </a:lnTo>
                <a:lnTo>
                  <a:pt x="5643017" y="0"/>
                </a:lnTo>
                <a:cubicBezTo>
                  <a:pt x="5640970" y="1720656"/>
                  <a:pt x="5656173" y="3456792"/>
                  <a:pt x="5654126" y="5177448"/>
                </a:cubicBezTo>
                <a:lnTo>
                  <a:pt x="2417147" y="51740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solidFill>
                    <a:schemeClr val="accent1"/>
                  </a:solidFill>
                </a:ln>
                <a:solidFill>
                  <a:schemeClr val="accent1"/>
                </a:solidFill>
              </a:defRPr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 bwMode="auto">
          <a:xfrm>
            <a:off x="4429719" y="-4153"/>
            <a:ext cx="4711557" cy="5154092"/>
          </a:xfrm>
          <a:custGeom>
            <a:avLst/>
            <a:gdLst>
              <a:gd name="connsiteX0" fmla="*/ 0 w 1466850"/>
              <a:gd name="connsiteY0" fmla="*/ 1608226 h 1608226"/>
              <a:gd name="connsiteX1" fmla="*/ 366713 w 1466850"/>
              <a:gd name="connsiteY1" fmla="*/ 0 h 1608226"/>
              <a:gd name="connsiteX2" fmla="*/ 1466850 w 1466850"/>
              <a:gd name="connsiteY2" fmla="*/ 0 h 1608226"/>
              <a:gd name="connsiteX3" fmla="*/ 1100138 w 1466850"/>
              <a:gd name="connsiteY3" fmla="*/ 1608226 h 1608226"/>
              <a:gd name="connsiteX4" fmla="*/ 0 w 1466850"/>
              <a:gd name="connsiteY4" fmla="*/ 1608226 h 1608226"/>
              <a:gd name="connsiteX0" fmla="*/ 0 w 2304312"/>
              <a:gd name="connsiteY0" fmla="*/ 1608226 h 1614665"/>
              <a:gd name="connsiteX1" fmla="*/ 366713 w 2304312"/>
              <a:gd name="connsiteY1" fmla="*/ 0 h 1614665"/>
              <a:gd name="connsiteX2" fmla="*/ 1466850 w 2304312"/>
              <a:gd name="connsiteY2" fmla="*/ 0 h 1614665"/>
              <a:gd name="connsiteX3" fmla="*/ 2304312 w 2304312"/>
              <a:gd name="connsiteY3" fmla="*/ 1614665 h 1614665"/>
              <a:gd name="connsiteX4" fmla="*/ 0 w 2304312"/>
              <a:gd name="connsiteY4" fmla="*/ 1608226 h 1614665"/>
              <a:gd name="connsiteX0" fmla="*/ 0 w 4725205"/>
              <a:gd name="connsiteY0" fmla="*/ 5162795 h 5169234"/>
              <a:gd name="connsiteX1" fmla="*/ 366713 w 4725205"/>
              <a:gd name="connsiteY1" fmla="*/ 355456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69378 w 4725205"/>
              <a:gd name="connsiteY1" fmla="*/ 1931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82257 w 4725205"/>
              <a:gd name="connsiteY1" fmla="*/ 1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11557"/>
              <a:gd name="connsiteY0" fmla="*/ 5167345 h 5169234"/>
              <a:gd name="connsiteX1" fmla="*/ 2368609 w 4711557"/>
              <a:gd name="connsiteY1" fmla="*/ 1 h 5169234"/>
              <a:gd name="connsiteX2" fmla="*/ 4711557 w 4711557"/>
              <a:gd name="connsiteY2" fmla="*/ 0 h 5169234"/>
              <a:gd name="connsiteX3" fmla="*/ 2290664 w 4711557"/>
              <a:gd name="connsiteY3" fmla="*/ 5169234 h 5169234"/>
              <a:gd name="connsiteX4" fmla="*/ 0 w 4711557"/>
              <a:gd name="connsiteY4" fmla="*/ 5167345 h 516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1557" h="5169234">
                <a:moveTo>
                  <a:pt x="0" y="5167345"/>
                </a:moveTo>
                <a:lnTo>
                  <a:pt x="2368609" y="1"/>
                </a:lnTo>
                <a:lnTo>
                  <a:pt x="4711557" y="0"/>
                </a:lnTo>
                <a:lnTo>
                  <a:pt x="2290664" y="5169234"/>
                </a:lnTo>
                <a:lnTo>
                  <a:pt x="0" y="5167345"/>
                </a:lnTo>
                <a:close/>
              </a:path>
            </a:pathLst>
          </a:custGeom>
          <a:solidFill>
            <a:srgbClr val="FF5451">
              <a:alpha val="5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solidFill>
                    <a:srgbClr val="FF5451"/>
                  </a:solidFill>
                </a:ln>
                <a:solidFill>
                  <a:srgbClr val="FF5451"/>
                </a:solidFill>
              </a:defRPr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113728" y="1066801"/>
            <a:ext cx="3562911" cy="350998"/>
          </a:xfrm>
        </p:spPr>
        <p:txBody>
          <a:bodyPr anchor="b">
            <a:noAutofit/>
          </a:bodyPr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"/>
          <p:cNvSpPr>
            <a:spLocks noGrp="1"/>
          </p:cNvSpPr>
          <p:nvPr>
            <p:ph type="pic" sz="quarter" idx="10"/>
          </p:nvPr>
        </p:nvSpPr>
        <p:spPr bwMode="auto">
          <a:xfrm>
            <a:off x="-1" y="0"/>
            <a:ext cx="6115051" cy="514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800" baseline="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113728" y="1447164"/>
            <a:ext cx="3562911" cy="2201545"/>
          </a:xfrm>
        </p:spPr>
        <p:txBody>
          <a:bodyPr anchor="t"/>
          <a:lstStyle>
            <a:lvl1pPr algn="r">
              <a:defRPr sz="2800" b="1" cap="all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4199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4"/>
          <p:cNvSpPr>
            <a:spLocks noGrp="1"/>
          </p:cNvSpPr>
          <p:nvPr>
            <p:ph type="body" sz="quarter" idx="13"/>
          </p:nvPr>
        </p:nvSpPr>
        <p:spPr bwMode="auto">
          <a:xfrm flipH="1">
            <a:off x="-14439" y="-5922"/>
            <a:ext cx="5654316" cy="5152775"/>
          </a:xfrm>
          <a:custGeom>
            <a:avLst/>
            <a:gdLst>
              <a:gd name="connsiteX0" fmla="*/ 0 w 2419350"/>
              <a:gd name="connsiteY0" fmla="*/ 5172957 h 5172957"/>
              <a:gd name="connsiteX1" fmla="*/ 604838 w 2419350"/>
              <a:gd name="connsiteY1" fmla="*/ 0 h 5172957"/>
              <a:gd name="connsiteX2" fmla="*/ 1814513 w 2419350"/>
              <a:gd name="connsiteY2" fmla="*/ 0 h 5172957"/>
              <a:gd name="connsiteX3" fmla="*/ 2419350 w 2419350"/>
              <a:gd name="connsiteY3" fmla="*/ 5172957 h 5172957"/>
              <a:gd name="connsiteX4" fmla="*/ 0 w 2419350"/>
              <a:gd name="connsiteY4" fmla="*/ 5172957 h 5172957"/>
              <a:gd name="connsiteX0" fmla="*/ 0 w 2439138"/>
              <a:gd name="connsiteY0" fmla="*/ 5172957 h 5172957"/>
              <a:gd name="connsiteX1" fmla="*/ 604838 w 2439138"/>
              <a:gd name="connsiteY1" fmla="*/ 0 h 5172957"/>
              <a:gd name="connsiteX2" fmla="*/ 2439138 w 2439138"/>
              <a:gd name="connsiteY2" fmla="*/ 6439 h 5172957"/>
              <a:gd name="connsiteX3" fmla="*/ 2419350 w 2439138"/>
              <a:gd name="connsiteY3" fmla="*/ 5172957 h 5172957"/>
              <a:gd name="connsiteX4" fmla="*/ 0 w 2439138"/>
              <a:gd name="connsiteY4" fmla="*/ 5172957 h 5172957"/>
              <a:gd name="connsiteX0" fmla="*/ 3226626 w 5665764"/>
              <a:gd name="connsiteY0" fmla="*/ 5166518 h 5166518"/>
              <a:gd name="connsiteX1" fmla="*/ 0 w 5665764"/>
              <a:gd name="connsiteY1" fmla="*/ 6440 h 5166518"/>
              <a:gd name="connsiteX2" fmla="*/ 5665764 w 5665764"/>
              <a:gd name="connsiteY2" fmla="*/ 0 h 5166518"/>
              <a:gd name="connsiteX3" fmla="*/ 5645976 w 5665764"/>
              <a:gd name="connsiteY3" fmla="*/ 5166518 h 5166518"/>
              <a:gd name="connsiteX4" fmla="*/ 3226626 w 5665764"/>
              <a:gd name="connsiteY4" fmla="*/ 5166518 h 5166518"/>
              <a:gd name="connsiteX0" fmla="*/ 2421696 w 5665764"/>
              <a:gd name="connsiteY0" fmla="*/ 5192275 h 5192275"/>
              <a:gd name="connsiteX1" fmla="*/ 0 w 5665764"/>
              <a:gd name="connsiteY1" fmla="*/ 6440 h 5192275"/>
              <a:gd name="connsiteX2" fmla="*/ 5665764 w 5665764"/>
              <a:gd name="connsiteY2" fmla="*/ 0 h 5192275"/>
              <a:gd name="connsiteX3" fmla="*/ 5645976 w 5665764"/>
              <a:gd name="connsiteY3" fmla="*/ 5166518 h 5192275"/>
              <a:gd name="connsiteX4" fmla="*/ 2421696 w 5665764"/>
              <a:gd name="connsiteY4" fmla="*/ 5192275 h 5192275"/>
              <a:gd name="connsiteX0" fmla="*/ 2421696 w 5665764"/>
              <a:gd name="connsiteY0" fmla="*/ 5183177 h 5183177"/>
              <a:gd name="connsiteX1" fmla="*/ 0 w 5665764"/>
              <a:gd name="connsiteY1" fmla="*/ 6440 h 5183177"/>
              <a:gd name="connsiteX2" fmla="*/ 5665764 w 5665764"/>
              <a:gd name="connsiteY2" fmla="*/ 0 h 5183177"/>
              <a:gd name="connsiteX3" fmla="*/ 5645976 w 5665764"/>
              <a:gd name="connsiteY3" fmla="*/ 5166518 h 5183177"/>
              <a:gd name="connsiteX4" fmla="*/ 2421696 w 5665764"/>
              <a:gd name="connsiteY4" fmla="*/ 5183177 h 5183177"/>
              <a:gd name="connsiteX0" fmla="*/ 2421696 w 5665764"/>
              <a:gd name="connsiteY0" fmla="*/ 5174079 h 5174079"/>
              <a:gd name="connsiteX1" fmla="*/ 0 w 5665764"/>
              <a:gd name="connsiteY1" fmla="*/ 6440 h 5174079"/>
              <a:gd name="connsiteX2" fmla="*/ 5665764 w 5665764"/>
              <a:gd name="connsiteY2" fmla="*/ 0 h 5174079"/>
              <a:gd name="connsiteX3" fmla="*/ 5645976 w 5665764"/>
              <a:gd name="connsiteY3" fmla="*/ 5166518 h 5174079"/>
              <a:gd name="connsiteX4" fmla="*/ 2421696 w 5665764"/>
              <a:gd name="connsiteY4" fmla="*/ 5174079 h 5174079"/>
              <a:gd name="connsiteX0" fmla="*/ 2417147 w 5665764"/>
              <a:gd name="connsiteY0" fmla="*/ 5169530 h 5169530"/>
              <a:gd name="connsiteX1" fmla="*/ 0 w 5665764"/>
              <a:gd name="connsiteY1" fmla="*/ 6440 h 5169530"/>
              <a:gd name="connsiteX2" fmla="*/ 5665764 w 5665764"/>
              <a:gd name="connsiteY2" fmla="*/ 0 h 5169530"/>
              <a:gd name="connsiteX3" fmla="*/ 5645976 w 5665764"/>
              <a:gd name="connsiteY3" fmla="*/ 5166518 h 5169530"/>
              <a:gd name="connsiteX4" fmla="*/ 2417147 w 5665764"/>
              <a:gd name="connsiteY4" fmla="*/ 5169530 h 5169530"/>
              <a:gd name="connsiteX0" fmla="*/ 2417147 w 5652116"/>
              <a:gd name="connsiteY0" fmla="*/ 5164981 h 5164981"/>
              <a:gd name="connsiteX1" fmla="*/ 0 w 5652116"/>
              <a:gd name="connsiteY1" fmla="*/ 1891 h 5164981"/>
              <a:gd name="connsiteX2" fmla="*/ 5652116 w 5652116"/>
              <a:gd name="connsiteY2" fmla="*/ 0 h 5164981"/>
              <a:gd name="connsiteX3" fmla="*/ 5645976 w 5652116"/>
              <a:gd name="connsiteY3" fmla="*/ 5161969 h 5164981"/>
              <a:gd name="connsiteX4" fmla="*/ 2417147 w 5652116"/>
              <a:gd name="connsiteY4" fmla="*/ 5164981 h 5164981"/>
              <a:gd name="connsiteX0" fmla="*/ 2417147 w 5646219"/>
              <a:gd name="connsiteY0" fmla="*/ 5163090 h 5163090"/>
              <a:gd name="connsiteX1" fmla="*/ 0 w 5646219"/>
              <a:gd name="connsiteY1" fmla="*/ 0 h 5163090"/>
              <a:gd name="connsiteX2" fmla="*/ 5638468 w 5646219"/>
              <a:gd name="connsiteY2" fmla="*/ 11757 h 5163090"/>
              <a:gd name="connsiteX3" fmla="*/ 5645976 w 5646219"/>
              <a:gd name="connsiteY3" fmla="*/ 5160078 h 5163090"/>
              <a:gd name="connsiteX4" fmla="*/ 2417147 w 5646219"/>
              <a:gd name="connsiteY4" fmla="*/ 5163090 h 5163090"/>
              <a:gd name="connsiteX0" fmla="*/ 2417147 w 5646219"/>
              <a:gd name="connsiteY0" fmla="*/ 5164981 h 5164981"/>
              <a:gd name="connsiteX1" fmla="*/ 0 w 5646219"/>
              <a:gd name="connsiteY1" fmla="*/ 1891 h 5164981"/>
              <a:gd name="connsiteX2" fmla="*/ 5638468 w 5646219"/>
              <a:gd name="connsiteY2" fmla="*/ 0 h 5164981"/>
              <a:gd name="connsiteX3" fmla="*/ 5645976 w 5646219"/>
              <a:gd name="connsiteY3" fmla="*/ 5161969 h 5164981"/>
              <a:gd name="connsiteX4" fmla="*/ 2417147 w 5646219"/>
              <a:gd name="connsiteY4" fmla="*/ 5164981 h 5164981"/>
              <a:gd name="connsiteX0" fmla="*/ 2417147 w 5641803"/>
              <a:gd name="connsiteY0" fmla="*/ 5164981 h 5164981"/>
              <a:gd name="connsiteX1" fmla="*/ 0 w 5641803"/>
              <a:gd name="connsiteY1" fmla="*/ 1891 h 5164981"/>
              <a:gd name="connsiteX2" fmla="*/ 5638468 w 5641803"/>
              <a:gd name="connsiteY2" fmla="*/ 0 h 5164981"/>
              <a:gd name="connsiteX3" fmla="*/ 5641426 w 5641803"/>
              <a:gd name="connsiteY3" fmla="*/ 5161969 h 5164981"/>
              <a:gd name="connsiteX4" fmla="*/ 2417147 w 5641803"/>
              <a:gd name="connsiteY4" fmla="*/ 5164981 h 5164981"/>
              <a:gd name="connsiteX0" fmla="*/ 2417147 w 5643017"/>
              <a:gd name="connsiteY0" fmla="*/ 5174079 h 5174079"/>
              <a:gd name="connsiteX1" fmla="*/ 0 w 5643017"/>
              <a:gd name="connsiteY1" fmla="*/ 1098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43017"/>
              <a:gd name="connsiteY0" fmla="*/ 5174079 h 5174079"/>
              <a:gd name="connsiteX1" fmla="*/ 0 w 5643017"/>
              <a:gd name="connsiteY1" fmla="*/ 4609 h 5174079"/>
              <a:gd name="connsiteX2" fmla="*/ 5643017 w 5643017"/>
              <a:gd name="connsiteY2" fmla="*/ 0 h 5174079"/>
              <a:gd name="connsiteX3" fmla="*/ 5641426 w 5643017"/>
              <a:gd name="connsiteY3" fmla="*/ 5171067 h 5174079"/>
              <a:gd name="connsiteX4" fmla="*/ 2417147 w 5643017"/>
              <a:gd name="connsiteY4" fmla="*/ 5174079 h 5174079"/>
              <a:gd name="connsiteX0" fmla="*/ 2417147 w 5654316"/>
              <a:gd name="connsiteY0" fmla="*/ 5174079 h 5177448"/>
              <a:gd name="connsiteX1" fmla="*/ 0 w 5654316"/>
              <a:gd name="connsiteY1" fmla="*/ 4609 h 5177448"/>
              <a:gd name="connsiteX2" fmla="*/ 5643017 w 5654316"/>
              <a:gd name="connsiteY2" fmla="*/ 0 h 5177448"/>
              <a:gd name="connsiteX3" fmla="*/ 5654126 w 5654316"/>
              <a:gd name="connsiteY3" fmla="*/ 5177448 h 5177448"/>
              <a:gd name="connsiteX4" fmla="*/ 2417147 w 5654316"/>
              <a:gd name="connsiteY4" fmla="*/ 5174079 h 517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54316" h="5177448">
                <a:moveTo>
                  <a:pt x="2417147" y="5174079"/>
                </a:moveTo>
                <a:lnTo>
                  <a:pt x="0" y="4609"/>
                </a:lnTo>
                <a:lnTo>
                  <a:pt x="5643017" y="0"/>
                </a:lnTo>
                <a:cubicBezTo>
                  <a:pt x="5640970" y="1720656"/>
                  <a:pt x="5656173" y="3456792"/>
                  <a:pt x="5654126" y="5177448"/>
                </a:cubicBezTo>
                <a:lnTo>
                  <a:pt x="2417147" y="51740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noFill/>
                </a:ln>
                <a:noFill/>
              </a:defRPr>
            </a:lvl4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 bwMode="auto">
          <a:xfrm flipH="1">
            <a:off x="-14439" y="-4153"/>
            <a:ext cx="4711557" cy="5154092"/>
          </a:xfrm>
          <a:custGeom>
            <a:avLst/>
            <a:gdLst>
              <a:gd name="connsiteX0" fmla="*/ 0 w 1466850"/>
              <a:gd name="connsiteY0" fmla="*/ 1608226 h 1608226"/>
              <a:gd name="connsiteX1" fmla="*/ 366713 w 1466850"/>
              <a:gd name="connsiteY1" fmla="*/ 0 h 1608226"/>
              <a:gd name="connsiteX2" fmla="*/ 1466850 w 1466850"/>
              <a:gd name="connsiteY2" fmla="*/ 0 h 1608226"/>
              <a:gd name="connsiteX3" fmla="*/ 1100138 w 1466850"/>
              <a:gd name="connsiteY3" fmla="*/ 1608226 h 1608226"/>
              <a:gd name="connsiteX4" fmla="*/ 0 w 1466850"/>
              <a:gd name="connsiteY4" fmla="*/ 1608226 h 1608226"/>
              <a:gd name="connsiteX0" fmla="*/ 0 w 2304312"/>
              <a:gd name="connsiteY0" fmla="*/ 1608226 h 1614665"/>
              <a:gd name="connsiteX1" fmla="*/ 366713 w 2304312"/>
              <a:gd name="connsiteY1" fmla="*/ 0 h 1614665"/>
              <a:gd name="connsiteX2" fmla="*/ 1466850 w 2304312"/>
              <a:gd name="connsiteY2" fmla="*/ 0 h 1614665"/>
              <a:gd name="connsiteX3" fmla="*/ 2304312 w 2304312"/>
              <a:gd name="connsiteY3" fmla="*/ 1614665 h 1614665"/>
              <a:gd name="connsiteX4" fmla="*/ 0 w 2304312"/>
              <a:gd name="connsiteY4" fmla="*/ 1608226 h 1614665"/>
              <a:gd name="connsiteX0" fmla="*/ 0 w 4725205"/>
              <a:gd name="connsiteY0" fmla="*/ 5162795 h 5169234"/>
              <a:gd name="connsiteX1" fmla="*/ 366713 w 4725205"/>
              <a:gd name="connsiteY1" fmla="*/ 355456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69378 w 4725205"/>
              <a:gd name="connsiteY1" fmla="*/ 19319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5205"/>
              <a:gd name="connsiteY0" fmla="*/ 5162795 h 5169234"/>
              <a:gd name="connsiteX1" fmla="*/ 2382257 w 4725205"/>
              <a:gd name="connsiteY1" fmla="*/ 1 h 5169234"/>
              <a:gd name="connsiteX2" fmla="*/ 4725205 w 4725205"/>
              <a:gd name="connsiteY2" fmla="*/ 0 h 5169234"/>
              <a:gd name="connsiteX3" fmla="*/ 2304312 w 4725205"/>
              <a:gd name="connsiteY3" fmla="*/ 5169234 h 5169234"/>
              <a:gd name="connsiteX4" fmla="*/ 0 w 4725205"/>
              <a:gd name="connsiteY4" fmla="*/ 5162795 h 5169234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20656"/>
              <a:gd name="connsiteY0" fmla="*/ 5176443 h 5176443"/>
              <a:gd name="connsiteX1" fmla="*/ 2377708 w 4720656"/>
              <a:gd name="connsiteY1" fmla="*/ 1 h 5176443"/>
              <a:gd name="connsiteX2" fmla="*/ 4720656 w 4720656"/>
              <a:gd name="connsiteY2" fmla="*/ 0 h 5176443"/>
              <a:gd name="connsiteX3" fmla="*/ 2299763 w 4720656"/>
              <a:gd name="connsiteY3" fmla="*/ 5169234 h 5176443"/>
              <a:gd name="connsiteX4" fmla="*/ 0 w 4720656"/>
              <a:gd name="connsiteY4" fmla="*/ 5176443 h 5176443"/>
              <a:gd name="connsiteX0" fmla="*/ 0 w 4711557"/>
              <a:gd name="connsiteY0" fmla="*/ 5167345 h 5169234"/>
              <a:gd name="connsiteX1" fmla="*/ 2368609 w 4711557"/>
              <a:gd name="connsiteY1" fmla="*/ 1 h 5169234"/>
              <a:gd name="connsiteX2" fmla="*/ 4711557 w 4711557"/>
              <a:gd name="connsiteY2" fmla="*/ 0 h 5169234"/>
              <a:gd name="connsiteX3" fmla="*/ 2290664 w 4711557"/>
              <a:gd name="connsiteY3" fmla="*/ 5169234 h 5169234"/>
              <a:gd name="connsiteX4" fmla="*/ 0 w 4711557"/>
              <a:gd name="connsiteY4" fmla="*/ 5167345 h 5169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1557" h="5169234">
                <a:moveTo>
                  <a:pt x="0" y="5167345"/>
                </a:moveTo>
                <a:lnTo>
                  <a:pt x="2368609" y="1"/>
                </a:lnTo>
                <a:lnTo>
                  <a:pt x="4711557" y="0"/>
                </a:lnTo>
                <a:lnTo>
                  <a:pt x="2290664" y="5169234"/>
                </a:lnTo>
                <a:lnTo>
                  <a:pt x="0" y="5167345"/>
                </a:lnTo>
                <a:close/>
              </a:path>
            </a:pathLst>
          </a:custGeom>
          <a:solidFill>
            <a:srgbClr val="FF5451">
              <a:alpha val="5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4pPr>
              <a:defRPr>
                <a:ln>
                  <a:noFill/>
                </a:ln>
                <a:noFill/>
              </a:defRPr>
            </a:lvl4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71878" y="1066801"/>
            <a:ext cx="3562911" cy="350998"/>
          </a:xfrm>
        </p:spPr>
        <p:txBody>
          <a:bodyPr anchor="b">
            <a:no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"/>
          <p:cNvSpPr>
            <a:spLocks noGrp="1"/>
          </p:cNvSpPr>
          <p:nvPr>
            <p:ph type="pic" sz="quarter" idx="10"/>
          </p:nvPr>
        </p:nvSpPr>
        <p:spPr bwMode="auto">
          <a:xfrm>
            <a:off x="2711450" y="0"/>
            <a:ext cx="6432551" cy="514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800" baseline="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1878" y="1447164"/>
            <a:ext cx="3562911" cy="2201545"/>
          </a:xfrm>
        </p:spPr>
        <p:txBody>
          <a:bodyPr anchor="t"/>
          <a:lstStyle>
            <a:lvl1pPr algn="l">
              <a:defRPr sz="2800" b="1" cap="all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4871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300" y="0"/>
            <a:ext cx="33147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57588" y="2078847"/>
            <a:ext cx="6400800" cy="1487313"/>
          </a:xfrm>
          <a:prstGeom prst="rect">
            <a:avLst/>
          </a:prstGeom>
        </p:spPr>
        <p:txBody>
          <a:bodyPr anchor="t"/>
          <a:lstStyle>
            <a:lvl1pPr>
              <a:defRPr sz="2800">
                <a:solidFill>
                  <a:srgbClr val="262A3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57587" y="1740092"/>
            <a:ext cx="6400800" cy="33875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rgbClr val="262A3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cxnSp>
        <p:nvCxnSpPr>
          <p:cNvPr id="9" name="Gerade Verbindung 10"/>
          <p:cNvCxnSpPr/>
          <p:nvPr userDrawn="1"/>
        </p:nvCxnSpPr>
        <p:spPr>
          <a:xfrm>
            <a:off x="457200" y="4713670"/>
            <a:ext cx="5731459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69366"/>
            <a:ext cx="547323" cy="3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10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(formatfü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/>
          <p:cNvSpPr>
            <a:spLocks noGrp="1"/>
          </p:cNvSpPr>
          <p:nvPr>
            <p:ph type="pic" sz="quarter" idx="15"/>
          </p:nvPr>
        </p:nvSpPr>
        <p:spPr>
          <a:xfrm>
            <a:off x="8468" y="8468"/>
            <a:ext cx="9135532" cy="5135032"/>
          </a:xfrm>
        </p:spPr>
        <p:txBody>
          <a:bodyPr rtlCol="0">
            <a:normAutofit/>
          </a:bodyPr>
          <a:lstStyle/>
          <a:p>
            <a:pPr lvl="0"/>
            <a:r>
              <a:rPr lang="de-DE" noProof="0"/>
              <a:t>Bild durch Klicken auf Symbol hinzufügen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10379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en Dank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628" y="0"/>
            <a:ext cx="3524250" cy="5157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65495" y="2078847"/>
            <a:ext cx="7984797" cy="562753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8" name="Inhaltsplatzhalter 3"/>
          <p:cNvSpPr>
            <a:spLocks noGrp="1"/>
          </p:cNvSpPr>
          <p:nvPr>
            <p:ph sz="half" idx="2"/>
          </p:nvPr>
        </p:nvSpPr>
        <p:spPr>
          <a:xfrm>
            <a:off x="365495" y="2834640"/>
            <a:ext cx="4672172" cy="1847427"/>
          </a:xfrm>
        </p:spPr>
        <p:txBody>
          <a:bodyPr>
            <a:noAutofit/>
          </a:bodyPr>
          <a:lstStyle>
            <a:lvl1pPr marL="0" indent="0">
              <a:buNone/>
              <a:defRPr sz="1100" baseline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457200" indent="0">
              <a:buNone/>
              <a:defRPr sz="11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3664649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9"/>
            <a:ext cx="8234363" cy="7588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57200" y="1617134"/>
            <a:ext cx="8234363" cy="2985558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63750" indent="-2349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25940"/>
            <a:ext cx="8234363" cy="37774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248790C2-FB8D-4AD1-BFB1-8D82BB9A4283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043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16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ohne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9"/>
            <a:ext cx="8234363" cy="7588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57200" y="1223492"/>
            <a:ext cx="8234363" cy="3379199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63750" indent="-2349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AFCF9BA9-AB08-46E1-A235-3AC71B2FE2C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2329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- 2 Blöc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57200" y="1617133"/>
            <a:ext cx="3952240" cy="2977092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39588"/>
            <a:ext cx="8229600" cy="36409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4" hasCustomPrompt="1"/>
          </p:nvPr>
        </p:nvSpPr>
        <p:spPr>
          <a:xfrm>
            <a:off x="4724400" y="1617133"/>
            <a:ext cx="3962400" cy="2977092"/>
          </a:xfrm>
          <a:prstGeom prst="rect">
            <a:avLst/>
          </a:prstGeom>
        </p:spPr>
        <p:txBody>
          <a:bodyPr>
            <a:noAutofit/>
          </a:bodyPr>
          <a:lstStyle>
            <a:lvl1pPr marL="269875" indent="-269875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14375" indent="-257175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604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17663" indent="-246063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E6F2A070-8A77-484A-BFE7-6B1E5C215647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953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Bild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6"/>
          </p:nvPr>
        </p:nvSpPr>
        <p:spPr>
          <a:xfrm>
            <a:off x="457200" y="1243691"/>
            <a:ext cx="8229600" cy="3057375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>
                <a:solidFill>
                  <a:srgbClr val="262A3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Bild durch Klicken auf Symbol hinzufügen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43582BE0-97CE-412F-80F1-16DC6BED178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544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1" name="Tabellenplatzhalter 10"/>
          <p:cNvSpPr>
            <a:spLocks noGrp="1"/>
          </p:cNvSpPr>
          <p:nvPr>
            <p:ph type="tbl" sz="quarter" idx="16"/>
          </p:nvPr>
        </p:nvSpPr>
        <p:spPr>
          <a:xfrm>
            <a:off x="457200" y="1597677"/>
            <a:ext cx="8234363" cy="269293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Tabelle durch Klicken auf Symbol hinzufügen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141828"/>
            <a:ext cx="8229600" cy="36185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1400" cap="all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A0321171-B06E-4659-9CF5-7D6E520FDC11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1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82296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6"/>
          </p:nvPr>
        </p:nvSpPr>
        <p:spPr>
          <a:xfrm>
            <a:off x="457200" y="1229028"/>
            <a:ext cx="8229600" cy="3061228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Diagramm durch Klicken auf Symbol hinzufügen</a:t>
            </a:r>
          </a:p>
        </p:txBody>
      </p:sp>
      <p:cxnSp>
        <p:nvCxnSpPr>
          <p:cNvPr id="16" name="Gerade Verbindung 10"/>
          <p:cNvCxnSpPr/>
          <p:nvPr userDrawn="1"/>
        </p:nvCxnSpPr>
        <p:spPr>
          <a:xfrm>
            <a:off x="457200" y="4713670"/>
            <a:ext cx="8229600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D98C2DD5-50CB-445D-B765-8AD2D4C5531F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304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04797"/>
            <a:ext cx="8229600" cy="75882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4368811"/>
            <a:ext cx="39624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6"/>
          </p:nvPr>
        </p:nvSpPr>
        <p:spPr>
          <a:xfrm>
            <a:off x="457200" y="1181092"/>
            <a:ext cx="3962400" cy="3086108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Diagramm durch Klicken auf Symbol hinzufügen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20"/>
          </p:nvPr>
        </p:nvSpPr>
        <p:spPr>
          <a:xfrm>
            <a:off x="4714875" y="4368811"/>
            <a:ext cx="3962400" cy="330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4" name="Diagrammplatzhalter 7"/>
          <p:cNvSpPr>
            <a:spLocks noGrp="1"/>
          </p:cNvSpPr>
          <p:nvPr>
            <p:ph type="chart" sz="quarter" idx="21"/>
          </p:nvPr>
        </p:nvSpPr>
        <p:spPr>
          <a:xfrm>
            <a:off x="4714875" y="1181092"/>
            <a:ext cx="3962400" cy="3086108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120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Diagramm durch Klicken auf Symbol hinzufügen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64035955-D4DF-4360-912A-517416A0AD74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1593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372533"/>
            <a:ext cx="2692400" cy="999067"/>
          </a:xfrm>
          <a:prstGeom prst="rect">
            <a:avLst/>
          </a:prstGeom>
        </p:spPr>
        <p:txBody>
          <a:bodyPr anchor="b"/>
          <a:lstStyle>
            <a:lvl1pPr algn="l">
              <a:defRPr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4" name="Inhaltsplatzhalter 2"/>
          <p:cNvSpPr>
            <a:spLocks noGrp="1"/>
          </p:cNvSpPr>
          <p:nvPr>
            <p:ph idx="1" hasCustomPrompt="1"/>
          </p:nvPr>
        </p:nvSpPr>
        <p:spPr>
          <a:xfrm>
            <a:off x="457200" y="1503680"/>
            <a:ext cx="2692400" cy="3195327"/>
          </a:xfrm>
          <a:prstGeom prst="rect">
            <a:avLst/>
          </a:prstGeom>
        </p:spPr>
        <p:txBody>
          <a:bodyPr>
            <a:noAutofit/>
          </a:bodyPr>
          <a:lstStyle>
            <a:lvl1pPr marL="171450" indent="-171450">
              <a:buClr>
                <a:srgbClr val="D8413E"/>
              </a:buClr>
              <a:buFont typeface="Symbol" charset="2"/>
              <a:buChar char="-"/>
              <a:defRPr sz="18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6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40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9" name="Bildplatzhalter 18"/>
          <p:cNvSpPr>
            <a:spLocks noGrp="1"/>
          </p:cNvSpPr>
          <p:nvPr>
            <p:ph type="pic" sz="quarter" idx="16"/>
          </p:nvPr>
        </p:nvSpPr>
        <p:spPr>
          <a:xfrm>
            <a:off x="3352800" y="762000"/>
            <a:ext cx="5791200" cy="3489344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</a:lstStyle>
          <a:p>
            <a:pPr lvl="0"/>
            <a:r>
              <a:rPr lang="de-DE" noProof="0" dirty="0"/>
              <a:t>Bild durch Klicken auf Symbol hinzufügen</a:t>
            </a:r>
          </a:p>
        </p:txBody>
      </p:sp>
      <p:sp>
        <p:nvSpPr>
          <p:cNvPr id="10" name="Inhaltsplatzhalter 2"/>
          <p:cNvSpPr>
            <a:spLocks noGrp="1"/>
          </p:cNvSpPr>
          <p:nvPr>
            <p:ph idx="19"/>
          </p:nvPr>
        </p:nvSpPr>
        <p:spPr>
          <a:xfrm>
            <a:off x="3352800" y="4368811"/>
            <a:ext cx="5334000" cy="330196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Clr>
                <a:srgbClr val="D8413E"/>
              </a:buClr>
              <a:buFont typeface="Symbol" charset="2"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28650" indent="-171450">
              <a:buClr>
                <a:srgbClr val="D8413E"/>
              </a:buClr>
              <a:buFont typeface="Symbol" charset="2"/>
              <a:buChar char="-"/>
              <a:defRPr sz="1200"/>
            </a:lvl2pPr>
            <a:lvl3pPr marL="1085850" indent="-171450">
              <a:buClr>
                <a:srgbClr val="D8413E"/>
              </a:buClr>
              <a:buFont typeface="Symbol" charset="2"/>
              <a:buChar char="-"/>
              <a:defRPr sz="1200"/>
            </a:lvl3pPr>
            <a:lvl4pPr marL="1543050" indent="-171450">
              <a:buClr>
                <a:srgbClr val="D8413E"/>
              </a:buClr>
              <a:buFont typeface="Symbol" charset="2"/>
              <a:buChar char="-"/>
              <a:defRPr sz="1200"/>
            </a:lvl4pPr>
            <a:lvl5pPr marL="2000250" indent="-171450">
              <a:buClr>
                <a:srgbClr val="D8413E"/>
              </a:buClr>
              <a:buFont typeface="Symbol" charset="2"/>
              <a:buChar char="-"/>
              <a:defRPr sz="1200"/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marR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fld id="{01A9B2D6-5EFE-4937-AE57-083B7F8CA155}" type="slidenum">
              <a:rPr lang="de-DE" altLang="de-DE" sz="1000" smtClean="0">
                <a:solidFill>
                  <a:srgbClr val="D8413E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‹Nr.›</a:t>
            </a:fld>
            <a:endParaRPr lang="de-DE" altLang="de-DE" sz="1000" dirty="0">
              <a:solidFill>
                <a:srgbClr val="D841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18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0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063625"/>
            <a:ext cx="8229600" cy="353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SUBHEADLINE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84" r:id="rId2"/>
    <p:sldLayoutId id="2147483885" r:id="rId3"/>
    <p:sldLayoutId id="2147483870" r:id="rId4"/>
    <p:sldLayoutId id="2147483877" r:id="rId5"/>
    <p:sldLayoutId id="2147483879" r:id="rId6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1" kern="1200" cap="all">
          <a:solidFill>
            <a:srgbClr val="262A31"/>
          </a:solidFill>
          <a:latin typeface="Arial Unicode MS" panose="020B0604020202020204" pitchFamily="34" charset="-128"/>
          <a:ea typeface="Arial Unicode MS" panose="020B0604020202020204" pitchFamily="34" charset="-128"/>
          <a:cs typeface="Arial Unicode MS" panose="020B0604020202020204" pitchFamily="34" charset="-128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Symbol" panose="05050102010706020507" pitchFamily="18" charset="2"/>
        <a:defRPr sz="1200" kern="1200">
          <a:solidFill>
            <a:srgbClr val="262A31"/>
          </a:solidFill>
          <a:latin typeface="Arial Unicode MS" panose="020B0604020202020204" pitchFamily="34" charset="-128"/>
          <a:ea typeface="Arial Unicode MS" panose="020B0604020202020204" pitchFamily="34" charset="-128"/>
          <a:cs typeface="Arial Unicode MS" panose="020B0604020202020204" pitchFamily="34" charset="-128"/>
        </a:defRPr>
      </a:lvl1pPr>
      <a:lvl2pPr marL="4572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2pPr>
      <a:lvl3pPr marL="9144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3pPr>
      <a:lvl4pPr marL="1371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4pPr>
      <a:lvl5pPr marL="18288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769366"/>
            <a:ext cx="547323" cy="324000"/>
          </a:xfrm>
          <a:prstGeom prst="rect">
            <a:avLst/>
          </a:prstGeom>
        </p:spPr>
      </p:pic>
      <p:cxnSp>
        <p:nvCxnSpPr>
          <p:cNvPr id="9" name="Gerade Verbindung 10"/>
          <p:cNvCxnSpPr/>
          <p:nvPr userDrawn="1"/>
        </p:nvCxnSpPr>
        <p:spPr>
          <a:xfrm>
            <a:off x="457200" y="4713670"/>
            <a:ext cx="8229600" cy="0"/>
          </a:xfrm>
          <a:prstGeom prst="line">
            <a:avLst/>
          </a:prstGeom>
          <a:ln w="3175" cmpd="sng">
            <a:solidFill>
              <a:srgbClr val="D841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feld 1"/>
          <p:cNvSpPr txBox="1"/>
          <p:nvPr userDrawn="1"/>
        </p:nvSpPr>
        <p:spPr>
          <a:xfrm>
            <a:off x="1154545" y="4837382"/>
            <a:ext cx="67854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9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3</a:t>
            </a:r>
          </a:p>
        </p:txBody>
      </p:sp>
    </p:spTree>
    <p:extLst>
      <p:ext uri="{BB962C8B-B14F-4D97-AF65-F5344CB8AC3E}">
        <p14:creationId xmlns:p14="http://schemas.microsoft.com/office/powerpoint/2010/main" val="3392803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82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8" r:id="rId8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1" kern="1200" cap="all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262A31"/>
          </a:solidFill>
          <a:latin typeface="Arial" charset="0"/>
          <a:ea typeface="MS PGothic" panose="020B0600070205080204" pitchFamily="34" charset="-128"/>
          <a:cs typeface="Arial" panose="020B0604020202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000">
          <a:solidFill>
            <a:schemeClr val="tx1"/>
          </a:solidFill>
          <a:latin typeface="Futura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Symbol" panose="05050102010706020507" pitchFamily="18" charset="2"/>
        <a:defRPr sz="1200" kern="1200">
          <a:solidFill>
            <a:srgbClr val="262A31"/>
          </a:solidFill>
          <a:latin typeface="Arial"/>
          <a:ea typeface="MS PGothic" panose="020B0600070205080204" pitchFamily="34" charset="-128"/>
          <a:cs typeface="Arial"/>
        </a:defRPr>
      </a:lvl1pPr>
      <a:lvl2pPr marL="4572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2pPr>
      <a:lvl3pPr marL="9144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3pPr>
      <a:lvl4pPr marL="1371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4pPr>
      <a:lvl5pPr marL="18288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1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A87F1B1-08AE-B901-7C42-8F25D067F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797"/>
            <a:ext cx="8229600" cy="758827"/>
          </a:xfrm>
        </p:spPr>
        <p:txBody>
          <a:bodyPr/>
          <a:lstStyle/>
          <a:p>
            <a:r>
              <a:rPr lang="en-US" dirty="0"/>
              <a:t>Sentiment analysis plan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FEE3987-7669-2E83-C179-DD706A2EF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9050"/>
            <a:ext cx="3952240" cy="33051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Details:</a:t>
            </a:r>
          </a:p>
          <a:p>
            <a:r>
              <a:rPr lang="en-US" dirty="0"/>
              <a:t>Models</a:t>
            </a:r>
          </a:p>
          <a:p>
            <a:pPr lvl="1"/>
            <a:r>
              <a:rPr lang="en-US" dirty="0" err="1"/>
              <a:t>Finbert</a:t>
            </a:r>
            <a:r>
              <a:rPr lang="en-US" dirty="0"/>
              <a:t> (old) (free)</a:t>
            </a:r>
          </a:p>
          <a:p>
            <a:pPr lvl="1"/>
            <a:r>
              <a:rPr lang="en-US" dirty="0" err="1"/>
              <a:t>Gpt</a:t>
            </a:r>
            <a:r>
              <a:rPr lang="en-US" dirty="0"/>
              <a:t> 4o</a:t>
            </a:r>
          </a:p>
          <a:p>
            <a:pPr lvl="1"/>
            <a:r>
              <a:rPr lang="en-US" dirty="0" err="1"/>
              <a:t>ModernBert</a:t>
            </a:r>
            <a:r>
              <a:rPr lang="en-US" dirty="0"/>
              <a:t>-embed-large</a:t>
            </a:r>
          </a:p>
          <a:p>
            <a:pPr lvl="1"/>
            <a:r>
              <a:rPr lang="en-US" dirty="0"/>
              <a:t>Multilingual E5 Mistral</a:t>
            </a:r>
          </a:p>
          <a:p>
            <a:pPr lvl="1"/>
            <a:r>
              <a:rPr lang="en-US" dirty="0"/>
              <a:t>Fin-E5</a:t>
            </a:r>
          </a:p>
          <a:p>
            <a:r>
              <a:rPr lang="en-US" dirty="0"/>
              <a:t>Different Strategies with</a:t>
            </a:r>
          </a:p>
          <a:p>
            <a:pPr lvl="1"/>
            <a:r>
              <a:rPr lang="en-US" dirty="0"/>
              <a:t>Price Plan</a:t>
            </a:r>
          </a:p>
          <a:p>
            <a:pPr lvl="1"/>
            <a:r>
              <a:rPr lang="en-US" dirty="0"/>
              <a:t>Sentiment Clustering</a:t>
            </a:r>
          </a:p>
        </p:txBody>
      </p:sp>
      <p:pic>
        <p:nvPicPr>
          <p:cNvPr id="8" name="Bildplatzhalter 7" descr="Ein Bild, das Text, Screenshot, Schrift, Klebezettel enthält.&#10;&#10;KI-generierte Inhalte können fehlerhaft sein.">
            <a:extLst>
              <a:ext uri="{FF2B5EF4-FFF2-40B4-BE49-F238E27FC236}">
                <a16:creationId xmlns:a16="http://schemas.microsoft.com/office/drawing/2014/main" id="{9AFB2BD3-646F-1CBE-1BBC-B69051903850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4843679" y="1289050"/>
            <a:ext cx="3214282" cy="3305175"/>
          </a:xfrm>
          <a:prstGeom prst="rect">
            <a:avLst/>
          </a:prstGeom>
          <a:noFill/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65871E-180C-01C0-F5FD-585E03ACE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48613" y="4879075"/>
            <a:ext cx="742950" cy="204716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01A9B2D6-5EFE-4937-AE57-083B7F8CA155}" type="slidenum">
              <a:rPr lang="de-DE" altLang="de-DE" sz="1000" smtClean="0">
                <a:solidFill>
                  <a:srgbClr val="D8413E"/>
                </a:solidFill>
              </a:rPr>
              <a:pPr>
                <a:spcAft>
                  <a:spcPts val="600"/>
                </a:spcAft>
                <a:defRPr/>
              </a:pPr>
              <a:t>1</a:t>
            </a:fld>
            <a:endParaRPr lang="de-DE" altLang="de-DE" sz="1000">
              <a:solidFill>
                <a:srgbClr val="D841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7052862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1_UniLeipzig_PPT Vorlage">
  <a:themeElements>
    <a:clrScheme name="Universität Leipzig">
      <a:dk1>
        <a:sysClr val="windowText" lastClr="000000"/>
      </a:dk1>
      <a:lt1>
        <a:sysClr val="window" lastClr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usterfoliensatz_16zu9_bf-v0.03.potx" id="{7DE57E75-78F7-4AA2-B456-AE273B20140A}" vid="{D3E1DA1E-723E-4DFB-B997-8A2E5E08277C}"/>
    </a:ext>
  </a:extLst>
</a:theme>
</file>

<file path=ppt/theme/theme2.xml><?xml version="1.0" encoding="utf-8"?>
<a:theme xmlns:a="http://schemas.openxmlformats.org/drawingml/2006/main" name="Master2_UniLeipzig_PPT Vorlage">
  <a:themeElements>
    <a:clrScheme name="Universität Leipzig">
      <a:dk1>
        <a:sysClr val="windowText" lastClr="000000"/>
      </a:dk1>
      <a:lt1>
        <a:sysClr val="window" lastClr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i="0" smtClean="0">
            <a:latin typeface="+mn-lt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usterfoliensatz_16zu9_bf-v0.03.potx" id="{7DE57E75-78F7-4AA2-B456-AE273B20140A}" vid="{A8819F72-0622-491D-BFC5-592B045F67FB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Musterfoliensatz_16zu9_bf-v1.00</Template>
  <TotalTime>0</TotalTime>
  <Words>28</Words>
  <Application>Microsoft Office PowerPoint</Application>
  <PresentationFormat>Bildschirmpräsentation (16:9)</PresentationFormat>
  <Paragraphs>12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</vt:i4>
      </vt:variant>
    </vt:vector>
  </HeadingPairs>
  <TitlesOfParts>
    <vt:vector size="8" baseType="lpstr">
      <vt:lpstr>Arial</vt:lpstr>
      <vt:lpstr>Arial Unicode MS</vt:lpstr>
      <vt:lpstr>Calibri</vt:lpstr>
      <vt:lpstr>Futura</vt:lpstr>
      <vt:lpstr>Symbol</vt:lpstr>
      <vt:lpstr>Master1_UniLeipzig_PPT Vorlage</vt:lpstr>
      <vt:lpstr>Master2_UniLeipzig_PPT Vorlage</vt:lpstr>
      <vt:lpstr>Sentiment analysis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Zurek</dc:creator>
  <cp:lastModifiedBy>Daniel Zurek</cp:lastModifiedBy>
  <cp:revision>1</cp:revision>
  <cp:lastPrinted>2017-09-28T12:33:25Z</cp:lastPrinted>
  <dcterms:created xsi:type="dcterms:W3CDTF">2025-12-03T17:37:02Z</dcterms:created>
  <dcterms:modified xsi:type="dcterms:W3CDTF">2025-12-03T17:48:13Z</dcterms:modified>
</cp:coreProperties>
</file>