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881" r:id="rId2"/>
  </p:sldMasterIdLst>
  <p:notesMasterIdLst>
    <p:notesMasterId r:id="rId9"/>
  </p:notesMasterIdLst>
  <p:handoutMasterIdLst>
    <p:handoutMasterId r:id="rId10"/>
  </p:handoutMasterIdLst>
  <p:sldIdLst>
    <p:sldId id="288" r:id="rId3"/>
    <p:sldId id="289" r:id="rId4"/>
    <p:sldId id="290" r:id="rId5"/>
    <p:sldId id="291" r:id="rId6"/>
    <p:sldId id="293" r:id="rId7"/>
    <p:sldId id="285" r:id="rId8"/>
  </p:sldIdLst>
  <p:sldSz cx="9144000" cy="5143500" type="screen16x9"/>
  <p:notesSz cx="6858000" cy="9144000"/>
  <p:defaultTextStyle>
    <a:defPPr>
      <a:defRPr lang="de-DE"/>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5451"/>
    <a:srgbClr val="262A31"/>
    <a:srgbClr val="B2B2B2"/>
    <a:srgbClr val="C9C9C9"/>
    <a:srgbClr val="969696"/>
    <a:srgbClr val="4D4D4D"/>
    <a:srgbClr val="242424"/>
    <a:srgbClr val="79B2D4"/>
    <a:srgbClr val="91B7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E25E649-3F16-4E02-A733-19D2CDBF48F0}" styleName="Mittlere Formatvorlage 3 - Akz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6513" autoAdjust="0"/>
  </p:normalViewPr>
  <p:slideViewPr>
    <p:cSldViewPr snapToGrid="0" snapToObjects="1" showGuides="1">
      <p:cViewPr varScale="1">
        <p:scale>
          <a:sx n="112" d="100"/>
          <a:sy n="112" d="100"/>
        </p:scale>
        <p:origin x="1620" y="90"/>
      </p:cViewPr>
      <p:guideLst>
        <p:guide orient="horz" pos="1620"/>
        <p:guide pos="2880"/>
      </p:guideLst>
    </p:cSldViewPr>
  </p:slideViewPr>
  <p:outlineViewPr>
    <p:cViewPr>
      <p:scale>
        <a:sx n="33" d="100"/>
        <a:sy n="33" d="100"/>
      </p:scale>
      <p:origin x="0" y="0"/>
    </p:cViewPr>
  </p:outlineViewPr>
  <p:notesTextViewPr>
    <p:cViewPr>
      <p:scale>
        <a:sx n="3" d="2"/>
        <a:sy n="3" d="2"/>
      </p:scale>
      <p:origin x="0" y="0"/>
    </p:cViewPr>
  </p:notesTextViewPr>
  <p:notesViewPr>
    <p:cSldViewPr snapToGrid="0" snapToObjects="1" showGuides="1">
      <p:cViewPr varScale="1">
        <p:scale>
          <a:sx n="85" d="100"/>
          <a:sy n="85" d="100"/>
        </p:scale>
        <p:origin x="3804"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Überschrift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de-DE" dirty="0">
              <a:latin typeface="Arial" panose="020B0604020202020204" pitchFamily="34" charset="0"/>
              <a:cs typeface="Arial" panose="020B0604020202020204" pitchFamily="34" charset="0"/>
            </a:endParaRPr>
          </a:p>
        </p:txBody>
      </p:sp>
      <p:sp>
        <p:nvSpPr>
          <p:cNvPr id="3" name="Datumsplatzhalt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fld id="{02D1D50A-91A0-4313-AF41-8FA8C1A6F672}" type="datetimeFigureOut">
              <a:rPr lang="de-DE" altLang="de-DE">
                <a:latin typeface="Arial" panose="020B0604020202020204" pitchFamily="34" charset="0"/>
                <a:cs typeface="Arial" panose="020B0604020202020204" pitchFamily="34" charset="0"/>
              </a:rPr>
              <a:pPr>
                <a:defRPr/>
              </a:pPr>
              <a:t>01.12.2025</a:t>
            </a:fld>
            <a:endParaRPr lang="de-DE" altLang="de-DE" dirty="0">
              <a:latin typeface="Arial" panose="020B0604020202020204" pitchFamily="34" charset="0"/>
              <a:cs typeface="Arial" panose="020B0604020202020204" pitchFamily="34" charset="0"/>
            </a:endParaRPr>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de-DE" dirty="0">
              <a:latin typeface="Arial" panose="020B0604020202020204" pitchFamily="34" charset="0"/>
              <a:cs typeface="Arial" panose="020B0604020202020204" pitchFamily="34" charset="0"/>
            </a:endParaRPr>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9835DF71-E1E2-47C3-B9FA-47C07B346B8B}" type="slidenum">
              <a:rPr lang="de-DE" altLang="de-DE">
                <a:latin typeface="Arial" panose="020B0604020202020204" pitchFamily="34" charset="0"/>
                <a:cs typeface="Arial" panose="020B0604020202020204" pitchFamily="34" charset="0"/>
              </a:rPr>
              <a:pPr>
                <a:defRPr/>
              </a:pPr>
              <a:t>‹#›</a:t>
            </a:fld>
            <a:endParaRPr lang="de-DE" altLang="de-D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2670050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Überschrift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Arial" panose="020B0604020202020204" pitchFamily="34" charset="0"/>
                <a:ea typeface="+mn-ea"/>
                <a:cs typeface="Arial" panose="020B0604020202020204" pitchFamily="34" charset="0"/>
              </a:defRPr>
            </a:lvl1pPr>
          </a:lstStyle>
          <a:p>
            <a:pPr>
              <a:defRPr/>
            </a:pPr>
            <a:endParaRPr lang="de-DE" dirty="0"/>
          </a:p>
        </p:txBody>
      </p:sp>
      <p:sp>
        <p:nvSpPr>
          <p:cNvPr id="3" name="Datumsplatzhalt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Arial" panose="020B0604020202020204" pitchFamily="34" charset="0"/>
                <a:cs typeface="Arial" panose="020B0604020202020204" pitchFamily="34" charset="0"/>
              </a:defRPr>
            </a:lvl1pPr>
          </a:lstStyle>
          <a:p>
            <a:pPr>
              <a:defRPr/>
            </a:pPr>
            <a:fld id="{91E3895C-9893-433E-BD86-ABF19E357674}" type="datetimeFigureOut">
              <a:rPr lang="de-DE" altLang="de-DE" smtClean="0"/>
              <a:pPr>
                <a:defRPr/>
              </a:pPr>
              <a:t>01.12.2025</a:t>
            </a:fld>
            <a:endParaRPr lang="de-DE" altLang="de-DE" dirty="0"/>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de-DE" noProof="0"/>
          </a:p>
        </p:txBody>
      </p:sp>
      <p:sp>
        <p:nvSpPr>
          <p:cNvPr id="5" name="Notizenplatzhalt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bodyPr>
          <a:lstStyle/>
          <a:p>
            <a:pPr lvl="0"/>
            <a:r>
              <a:rPr lang="de-DE" altLang="de-DE" noProof="0" dirty="0"/>
              <a:t>Mastertextformat bearbeiten</a:t>
            </a:r>
          </a:p>
          <a:p>
            <a:pPr lvl="1"/>
            <a:r>
              <a:rPr lang="de-DE" altLang="de-DE" noProof="0" dirty="0"/>
              <a:t>Zweite Ebene</a:t>
            </a:r>
          </a:p>
          <a:p>
            <a:pPr lvl="2"/>
            <a:r>
              <a:rPr lang="de-DE" altLang="de-DE" noProof="0" dirty="0"/>
              <a:t>Dritte Ebene</a:t>
            </a:r>
          </a:p>
          <a:p>
            <a:pPr lvl="3"/>
            <a:r>
              <a:rPr lang="de-DE" altLang="de-DE" noProof="0" dirty="0"/>
              <a:t>Vierte Ebene</a:t>
            </a:r>
          </a:p>
          <a:p>
            <a:pPr lvl="4"/>
            <a:r>
              <a:rPr lang="de-DE" altLang="de-DE" noProof="0" dirty="0"/>
              <a:t>Fünfte Ebene</a:t>
            </a:r>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Arial" panose="020B0604020202020204" pitchFamily="34" charset="0"/>
                <a:ea typeface="+mn-ea"/>
                <a:cs typeface="Arial" panose="020B0604020202020204" pitchFamily="34" charset="0"/>
              </a:defRPr>
            </a:lvl1pPr>
          </a:lstStyle>
          <a:p>
            <a:pPr>
              <a:defRPr/>
            </a:pPr>
            <a:endParaRPr lang="de-DE" dirty="0"/>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cs typeface="Arial" panose="020B0604020202020204" pitchFamily="34" charset="0"/>
              </a:defRPr>
            </a:lvl1pPr>
          </a:lstStyle>
          <a:p>
            <a:pPr>
              <a:defRPr/>
            </a:pPr>
            <a:fld id="{FF73AAAE-5F9A-4204-AFEA-00ECD2D60F92}" type="slidenum">
              <a:rPr lang="de-DE" altLang="de-DE" smtClean="0"/>
              <a:pPr>
                <a:defRPr/>
              </a:pPr>
              <a:t>‹#›</a:t>
            </a:fld>
            <a:endParaRPr lang="de-DE" altLang="de-DE" dirty="0"/>
          </a:p>
        </p:txBody>
      </p:sp>
    </p:spTree>
    <p:extLst>
      <p:ext uri="{BB962C8B-B14F-4D97-AF65-F5344CB8AC3E}">
        <p14:creationId xmlns:p14="http://schemas.microsoft.com/office/powerpoint/2010/main" val="717541618"/>
      </p:ext>
    </p:extLst>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57200" algn="l" defTabSz="457200" rtl="0" eaLnBrk="0" fontAlgn="base" hangingPunct="0">
      <a:spcBef>
        <a:spcPct val="30000"/>
      </a:spcBef>
      <a:spcAft>
        <a:spcPct val="0"/>
      </a:spcAft>
      <a:defRPr sz="1200" kern="1200">
        <a:solidFill>
          <a:schemeClr val="tx1"/>
        </a:solidFill>
        <a:latin typeface="Arial" panose="020B0604020202020204" pitchFamily="34" charset="0"/>
        <a:ea typeface="MS PGothic" panose="020B0600070205080204" pitchFamily="34" charset="-128"/>
        <a:cs typeface="Arial" panose="020B0604020202020204" pitchFamily="34" charset="0"/>
      </a:defRPr>
    </a:lvl2pPr>
    <a:lvl3pPr marL="914400" algn="l" defTabSz="457200" rtl="0" eaLnBrk="0" fontAlgn="base" hangingPunct="0">
      <a:spcBef>
        <a:spcPct val="30000"/>
      </a:spcBef>
      <a:spcAft>
        <a:spcPct val="0"/>
      </a:spcAft>
      <a:defRPr sz="1200" kern="1200">
        <a:solidFill>
          <a:schemeClr val="tx1"/>
        </a:solidFill>
        <a:latin typeface="Arial" panose="020B0604020202020204" pitchFamily="34" charset="0"/>
        <a:ea typeface="MS PGothic" panose="020B0600070205080204" pitchFamily="34" charset="-128"/>
        <a:cs typeface="Arial" panose="020B0604020202020204" pitchFamily="34" charset="0"/>
      </a:defRPr>
    </a:lvl3pPr>
    <a:lvl4pPr marL="1371600" algn="l" defTabSz="457200" rtl="0" eaLnBrk="0" fontAlgn="base" hangingPunct="0">
      <a:spcBef>
        <a:spcPct val="30000"/>
      </a:spcBef>
      <a:spcAft>
        <a:spcPct val="0"/>
      </a:spcAft>
      <a:defRPr sz="1200" kern="1200">
        <a:solidFill>
          <a:schemeClr val="tx1"/>
        </a:solidFill>
        <a:latin typeface="Arial" panose="020B0604020202020204" pitchFamily="34" charset="0"/>
        <a:ea typeface="MS PGothic" panose="020B0600070205080204" pitchFamily="34" charset="-128"/>
        <a:cs typeface="Arial" panose="020B0604020202020204" pitchFamily="34" charset="0"/>
      </a:defRPr>
    </a:lvl4pPr>
    <a:lvl5pPr marL="1828800" algn="l" defTabSz="457200" rtl="0" eaLnBrk="0" fontAlgn="base" hangingPunct="0">
      <a:spcBef>
        <a:spcPct val="30000"/>
      </a:spcBef>
      <a:spcAft>
        <a:spcPct val="0"/>
      </a:spcAft>
      <a:defRPr sz="1200" kern="1200">
        <a:solidFill>
          <a:schemeClr val="tx1"/>
        </a:solidFill>
        <a:latin typeface="Arial" panose="020B0604020202020204" pitchFamily="34" charset="0"/>
        <a:ea typeface="MS PGothic" panose="020B0600070205080204" pitchFamily="34" charset="-128"/>
        <a:cs typeface="Arial" panose="020B0604020202020204" pitchFamily="34"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Can </a:t>
            </a:r>
            <a:r>
              <a:rPr lang="en-GB"/>
              <a:t>be changed</a:t>
            </a:r>
            <a:endParaRPr lang="en-DE"/>
          </a:p>
        </p:txBody>
      </p:sp>
      <p:sp>
        <p:nvSpPr>
          <p:cNvPr id="4" name="Slide Number Placeholder 3"/>
          <p:cNvSpPr>
            <a:spLocks noGrp="1"/>
          </p:cNvSpPr>
          <p:nvPr>
            <p:ph type="sldNum" sz="quarter" idx="5"/>
          </p:nvPr>
        </p:nvSpPr>
        <p:spPr/>
        <p:txBody>
          <a:bodyPr/>
          <a:lstStyle/>
          <a:p>
            <a:pPr>
              <a:defRPr/>
            </a:pPr>
            <a:fld id="{FF73AAAE-5F9A-4204-AFEA-00ECD2D60F92}" type="slidenum">
              <a:rPr lang="de-DE" altLang="de-DE" smtClean="0"/>
              <a:pPr>
                <a:defRPr/>
              </a:pPr>
              <a:t>2</a:t>
            </a:fld>
            <a:endParaRPr lang="de-DE" altLang="de-DE" dirty="0"/>
          </a:p>
        </p:txBody>
      </p:sp>
    </p:spTree>
    <p:extLst>
      <p:ext uri="{BB962C8B-B14F-4D97-AF65-F5344CB8AC3E}">
        <p14:creationId xmlns:p14="http://schemas.microsoft.com/office/powerpoint/2010/main" val="6686329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EMH: Is a theory that says Markets efficiently incorporate all (public) information. prices of any good or asset adjust quickly and accurately to new information. so new information is reflected in the price. Therefore, you cannot beat the market. </a:t>
            </a:r>
          </a:p>
        </p:txBody>
      </p:sp>
      <p:sp>
        <p:nvSpPr>
          <p:cNvPr id="4" name="Slide Number Placeholder 3"/>
          <p:cNvSpPr>
            <a:spLocks noGrp="1"/>
          </p:cNvSpPr>
          <p:nvPr>
            <p:ph type="sldNum" sz="quarter" idx="5"/>
          </p:nvPr>
        </p:nvSpPr>
        <p:spPr/>
        <p:txBody>
          <a:bodyPr/>
          <a:lstStyle/>
          <a:p>
            <a:pPr>
              <a:defRPr/>
            </a:pPr>
            <a:fld id="{FF73AAAE-5F9A-4204-AFEA-00ECD2D60F92}" type="slidenum">
              <a:rPr lang="de-DE" altLang="de-DE" smtClean="0"/>
              <a:pPr>
                <a:defRPr/>
              </a:pPr>
              <a:t>3</a:t>
            </a:fld>
            <a:endParaRPr lang="de-DE" altLang="de-DE" dirty="0"/>
          </a:p>
        </p:txBody>
      </p:sp>
    </p:spTree>
    <p:extLst>
      <p:ext uri="{BB962C8B-B14F-4D97-AF65-F5344CB8AC3E}">
        <p14:creationId xmlns:p14="http://schemas.microsoft.com/office/powerpoint/2010/main" val="13495400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Weak: Investors use technical analysis </a:t>
            </a:r>
          </a:p>
          <a:p>
            <a:r>
              <a:rPr lang="en-GB" dirty="0"/>
              <a:t>Semi Strong: If you knew everything about a stock you should not be able to profit off that. Fundamental analysis. Profit through Insider Trading.</a:t>
            </a:r>
          </a:p>
          <a:p>
            <a:endParaRPr lang="en-GB" dirty="0"/>
          </a:p>
          <a:p>
            <a:r>
              <a:rPr lang="en-GB" dirty="0"/>
              <a:t>Strong: Even insider info will be reflected in the stock price, so everything is priced fairly</a:t>
            </a:r>
            <a:endParaRPr lang="en-DE" dirty="0"/>
          </a:p>
        </p:txBody>
      </p:sp>
      <p:sp>
        <p:nvSpPr>
          <p:cNvPr id="4" name="Slide Number Placeholder 3"/>
          <p:cNvSpPr>
            <a:spLocks noGrp="1"/>
          </p:cNvSpPr>
          <p:nvPr>
            <p:ph type="sldNum" sz="quarter" idx="5"/>
          </p:nvPr>
        </p:nvSpPr>
        <p:spPr/>
        <p:txBody>
          <a:bodyPr/>
          <a:lstStyle/>
          <a:p>
            <a:pPr>
              <a:defRPr/>
            </a:pPr>
            <a:fld id="{FF73AAAE-5F9A-4204-AFEA-00ECD2D60F92}" type="slidenum">
              <a:rPr lang="de-DE" altLang="de-DE" smtClean="0"/>
              <a:pPr>
                <a:defRPr/>
              </a:pPr>
              <a:t>4</a:t>
            </a:fld>
            <a:endParaRPr lang="de-DE" altLang="de-DE" dirty="0"/>
          </a:p>
        </p:txBody>
      </p:sp>
    </p:spTree>
    <p:extLst>
      <p:ext uri="{BB962C8B-B14F-4D97-AF65-F5344CB8AC3E}">
        <p14:creationId xmlns:p14="http://schemas.microsoft.com/office/powerpoint/2010/main" val="279428367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pic>
        <p:nvPicPr>
          <p:cNvPr id="6" name="Bild 9"/>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639002" y="0"/>
            <a:ext cx="3524250" cy="5157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Bild 10"/>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 y="5093"/>
            <a:ext cx="3428998" cy="1442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el 1"/>
          <p:cNvSpPr>
            <a:spLocks noGrp="1"/>
          </p:cNvSpPr>
          <p:nvPr>
            <p:ph type="ctrTitle"/>
          </p:nvPr>
        </p:nvSpPr>
        <p:spPr>
          <a:xfrm>
            <a:off x="295687" y="2078847"/>
            <a:ext cx="8092705" cy="1487313"/>
          </a:xfrm>
        </p:spPr>
        <p:txBody>
          <a:bodyPr anchor="t"/>
          <a:lstStyle>
            <a:lvl1pPr>
              <a:defRPr sz="2800" b="1">
                <a:solidFill>
                  <a:schemeClr val="tx1"/>
                </a:solidFill>
                <a:latin typeface="Arial"/>
                <a:cs typeface="Arial"/>
              </a:defRPr>
            </a:lvl1pPr>
          </a:lstStyle>
          <a:p>
            <a:r>
              <a:rPr lang="en-US"/>
              <a:t>Click to edit Master title style</a:t>
            </a:r>
            <a:endParaRPr lang="de-DE" dirty="0"/>
          </a:p>
        </p:txBody>
      </p:sp>
      <p:sp>
        <p:nvSpPr>
          <p:cNvPr id="3" name="Untertitel 2"/>
          <p:cNvSpPr>
            <a:spLocks noGrp="1"/>
          </p:cNvSpPr>
          <p:nvPr>
            <p:ph type="subTitle" idx="1"/>
          </p:nvPr>
        </p:nvSpPr>
        <p:spPr>
          <a:xfrm>
            <a:off x="295687" y="1606876"/>
            <a:ext cx="6400800" cy="471971"/>
          </a:xfrm>
        </p:spPr>
        <p:txBody>
          <a:bodyPr anchor="b">
            <a:noAutofit/>
          </a:bodyPr>
          <a:lstStyle>
            <a:lvl1pPr marL="0" indent="0" algn="l">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de-DE" dirty="0"/>
          </a:p>
        </p:txBody>
      </p:sp>
      <p:sp>
        <p:nvSpPr>
          <p:cNvPr id="8" name="Bildplatzhalter 7"/>
          <p:cNvSpPr>
            <a:spLocks noGrp="1"/>
          </p:cNvSpPr>
          <p:nvPr>
            <p:ph type="pic" sz="quarter" idx="11"/>
          </p:nvPr>
        </p:nvSpPr>
        <p:spPr>
          <a:xfrm>
            <a:off x="295687" y="4439286"/>
            <a:ext cx="2098597" cy="517525"/>
          </a:xfrm>
        </p:spPr>
        <p:txBody>
          <a:bodyPr>
            <a:noAutofit/>
          </a:bodyPr>
          <a:lstStyle>
            <a:lvl1pPr marL="0" indent="0" algn="l">
              <a:defRPr/>
            </a:lvl1pPr>
          </a:lstStyle>
          <a:p>
            <a:pPr lvl="0"/>
            <a:r>
              <a:rPr lang="en-US" noProof="0"/>
              <a:t>Click icon to add picture</a:t>
            </a:r>
            <a:endParaRPr lang="de-DE" noProof="0" dirty="0"/>
          </a:p>
        </p:txBody>
      </p:sp>
      <p:sp>
        <p:nvSpPr>
          <p:cNvPr id="9" name="Bildplatzhalter 7"/>
          <p:cNvSpPr>
            <a:spLocks noGrp="1"/>
          </p:cNvSpPr>
          <p:nvPr>
            <p:ph type="pic" sz="quarter" idx="12"/>
          </p:nvPr>
        </p:nvSpPr>
        <p:spPr>
          <a:xfrm>
            <a:off x="2453698" y="4444369"/>
            <a:ext cx="2184476" cy="517525"/>
          </a:xfrm>
        </p:spPr>
        <p:txBody>
          <a:bodyPr>
            <a:noAutofit/>
          </a:bodyPr>
          <a:lstStyle>
            <a:lvl1pPr marL="0" indent="0" algn="l">
              <a:defRPr/>
            </a:lvl1pPr>
          </a:lstStyle>
          <a:p>
            <a:pPr lvl="0"/>
            <a:r>
              <a:rPr lang="en-US" noProof="0"/>
              <a:t>Click icon to add picture</a:t>
            </a:r>
            <a:endParaRPr lang="de-DE" noProof="0" dirty="0"/>
          </a:p>
        </p:txBody>
      </p:sp>
    </p:spTree>
    <p:extLst>
      <p:ext uri="{BB962C8B-B14F-4D97-AF65-F5344CB8AC3E}">
        <p14:creationId xmlns:p14="http://schemas.microsoft.com/office/powerpoint/2010/main" val="2264158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Zwischenfolie rechts">
    <p:spTree>
      <p:nvGrpSpPr>
        <p:cNvPr id="1" name=""/>
        <p:cNvGrpSpPr/>
        <p:nvPr/>
      </p:nvGrpSpPr>
      <p:grpSpPr>
        <a:xfrm>
          <a:off x="0" y="0"/>
          <a:ext cx="0" cy="0"/>
          <a:chOff x="0" y="0"/>
          <a:chExt cx="0" cy="0"/>
        </a:xfrm>
      </p:grpSpPr>
      <p:sp>
        <p:nvSpPr>
          <p:cNvPr id="14" name="Textplatzhalter 4"/>
          <p:cNvSpPr>
            <a:spLocks noGrp="1"/>
          </p:cNvSpPr>
          <p:nvPr>
            <p:ph type="body" sz="quarter" idx="13"/>
          </p:nvPr>
        </p:nvSpPr>
        <p:spPr bwMode="auto">
          <a:xfrm>
            <a:off x="3501688" y="-5922"/>
            <a:ext cx="5654316" cy="5152775"/>
          </a:xfrm>
          <a:custGeom>
            <a:avLst/>
            <a:gdLst>
              <a:gd name="connsiteX0" fmla="*/ 0 w 2419350"/>
              <a:gd name="connsiteY0" fmla="*/ 5172957 h 5172957"/>
              <a:gd name="connsiteX1" fmla="*/ 604838 w 2419350"/>
              <a:gd name="connsiteY1" fmla="*/ 0 h 5172957"/>
              <a:gd name="connsiteX2" fmla="*/ 1814513 w 2419350"/>
              <a:gd name="connsiteY2" fmla="*/ 0 h 5172957"/>
              <a:gd name="connsiteX3" fmla="*/ 2419350 w 2419350"/>
              <a:gd name="connsiteY3" fmla="*/ 5172957 h 5172957"/>
              <a:gd name="connsiteX4" fmla="*/ 0 w 2419350"/>
              <a:gd name="connsiteY4" fmla="*/ 5172957 h 5172957"/>
              <a:gd name="connsiteX0" fmla="*/ 0 w 2439138"/>
              <a:gd name="connsiteY0" fmla="*/ 5172957 h 5172957"/>
              <a:gd name="connsiteX1" fmla="*/ 604838 w 2439138"/>
              <a:gd name="connsiteY1" fmla="*/ 0 h 5172957"/>
              <a:gd name="connsiteX2" fmla="*/ 2439138 w 2439138"/>
              <a:gd name="connsiteY2" fmla="*/ 6439 h 5172957"/>
              <a:gd name="connsiteX3" fmla="*/ 2419350 w 2439138"/>
              <a:gd name="connsiteY3" fmla="*/ 5172957 h 5172957"/>
              <a:gd name="connsiteX4" fmla="*/ 0 w 2439138"/>
              <a:gd name="connsiteY4" fmla="*/ 5172957 h 5172957"/>
              <a:gd name="connsiteX0" fmla="*/ 3226626 w 5665764"/>
              <a:gd name="connsiteY0" fmla="*/ 5166518 h 5166518"/>
              <a:gd name="connsiteX1" fmla="*/ 0 w 5665764"/>
              <a:gd name="connsiteY1" fmla="*/ 6440 h 5166518"/>
              <a:gd name="connsiteX2" fmla="*/ 5665764 w 5665764"/>
              <a:gd name="connsiteY2" fmla="*/ 0 h 5166518"/>
              <a:gd name="connsiteX3" fmla="*/ 5645976 w 5665764"/>
              <a:gd name="connsiteY3" fmla="*/ 5166518 h 5166518"/>
              <a:gd name="connsiteX4" fmla="*/ 3226626 w 5665764"/>
              <a:gd name="connsiteY4" fmla="*/ 5166518 h 5166518"/>
              <a:gd name="connsiteX0" fmla="*/ 2421696 w 5665764"/>
              <a:gd name="connsiteY0" fmla="*/ 5192275 h 5192275"/>
              <a:gd name="connsiteX1" fmla="*/ 0 w 5665764"/>
              <a:gd name="connsiteY1" fmla="*/ 6440 h 5192275"/>
              <a:gd name="connsiteX2" fmla="*/ 5665764 w 5665764"/>
              <a:gd name="connsiteY2" fmla="*/ 0 h 5192275"/>
              <a:gd name="connsiteX3" fmla="*/ 5645976 w 5665764"/>
              <a:gd name="connsiteY3" fmla="*/ 5166518 h 5192275"/>
              <a:gd name="connsiteX4" fmla="*/ 2421696 w 5665764"/>
              <a:gd name="connsiteY4" fmla="*/ 5192275 h 5192275"/>
              <a:gd name="connsiteX0" fmla="*/ 2421696 w 5665764"/>
              <a:gd name="connsiteY0" fmla="*/ 5183177 h 5183177"/>
              <a:gd name="connsiteX1" fmla="*/ 0 w 5665764"/>
              <a:gd name="connsiteY1" fmla="*/ 6440 h 5183177"/>
              <a:gd name="connsiteX2" fmla="*/ 5665764 w 5665764"/>
              <a:gd name="connsiteY2" fmla="*/ 0 h 5183177"/>
              <a:gd name="connsiteX3" fmla="*/ 5645976 w 5665764"/>
              <a:gd name="connsiteY3" fmla="*/ 5166518 h 5183177"/>
              <a:gd name="connsiteX4" fmla="*/ 2421696 w 5665764"/>
              <a:gd name="connsiteY4" fmla="*/ 5183177 h 5183177"/>
              <a:gd name="connsiteX0" fmla="*/ 2421696 w 5665764"/>
              <a:gd name="connsiteY0" fmla="*/ 5174079 h 5174079"/>
              <a:gd name="connsiteX1" fmla="*/ 0 w 5665764"/>
              <a:gd name="connsiteY1" fmla="*/ 6440 h 5174079"/>
              <a:gd name="connsiteX2" fmla="*/ 5665764 w 5665764"/>
              <a:gd name="connsiteY2" fmla="*/ 0 h 5174079"/>
              <a:gd name="connsiteX3" fmla="*/ 5645976 w 5665764"/>
              <a:gd name="connsiteY3" fmla="*/ 5166518 h 5174079"/>
              <a:gd name="connsiteX4" fmla="*/ 2421696 w 5665764"/>
              <a:gd name="connsiteY4" fmla="*/ 5174079 h 5174079"/>
              <a:gd name="connsiteX0" fmla="*/ 2417147 w 5665764"/>
              <a:gd name="connsiteY0" fmla="*/ 5169530 h 5169530"/>
              <a:gd name="connsiteX1" fmla="*/ 0 w 5665764"/>
              <a:gd name="connsiteY1" fmla="*/ 6440 h 5169530"/>
              <a:gd name="connsiteX2" fmla="*/ 5665764 w 5665764"/>
              <a:gd name="connsiteY2" fmla="*/ 0 h 5169530"/>
              <a:gd name="connsiteX3" fmla="*/ 5645976 w 5665764"/>
              <a:gd name="connsiteY3" fmla="*/ 5166518 h 5169530"/>
              <a:gd name="connsiteX4" fmla="*/ 2417147 w 5665764"/>
              <a:gd name="connsiteY4" fmla="*/ 5169530 h 5169530"/>
              <a:gd name="connsiteX0" fmla="*/ 2417147 w 5652116"/>
              <a:gd name="connsiteY0" fmla="*/ 5164981 h 5164981"/>
              <a:gd name="connsiteX1" fmla="*/ 0 w 5652116"/>
              <a:gd name="connsiteY1" fmla="*/ 1891 h 5164981"/>
              <a:gd name="connsiteX2" fmla="*/ 5652116 w 5652116"/>
              <a:gd name="connsiteY2" fmla="*/ 0 h 5164981"/>
              <a:gd name="connsiteX3" fmla="*/ 5645976 w 5652116"/>
              <a:gd name="connsiteY3" fmla="*/ 5161969 h 5164981"/>
              <a:gd name="connsiteX4" fmla="*/ 2417147 w 5652116"/>
              <a:gd name="connsiteY4" fmla="*/ 5164981 h 5164981"/>
              <a:gd name="connsiteX0" fmla="*/ 2417147 w 5646219"/>
              <a:gd name="connsiteY0" fmla="*/ 5163090 h 5163090"/>
              <a:gd name="connsiteX1" fmla="*/ 0 w 5646219"/>
              <a:gd name="connsiteY1" fmla="*/ 0 h 5163090"/>
              <a:gd name="connsiteX2" fmla="*/ 5638468 w 5646219"/>
              <a:gd name="connsiteY2" fmla="*/ 11757 h 5163090"/>
              <a:gd name="connsiteX3" fmla="*/ 5645976 w 5646219"/>
              <a:gd name="connsiteY3" fmla="*/ 5160078 h 5163090"/>
              <a:gd name="connsiteX4" fmla="*/ 2417147 w 5646219"/>
              <a:gd name="connsiteY4" fmla="*/ 5163090 h 5163090"/>
              <a:gd name="connsiteX0" fmla="*/ 2417147 w 5646219"/>
              <a:gd name="connsiteY0" fmla="*/ 5164981 h 5164981"/>
              <a:gd name="connsiteX1" fmla="*/ 0 w 5646219"/>
              <a:gd name="connsiteY1" fmla="*/ 1891 h 5164981"/>
              <a:gd name="connsiteX2" fmla="*/ 5638468 w 5646219"/>
              <a:gd name="connsiteY2" fmla="*/ 0 h 5164981"/>
              <a:gd name="connsiteX3" fmla="*/ 5645976 w 5646219"/>
              <a:gd name="connsiteY3" fmla="*/ 5161969 h 5164981"/>
              <a:gd name="connsiteX4" fmla="*/ 2417147 w 5646219"/>
              <a:gd name="connsiteY4" fmla="*/ 5164981 h 5164981"/>
              <a:gd name="connsiteX0" fmla="*/ 2417147 w 5641803"/>
              <a:gd name="connsiteY0" fmla="*/ 5164981 h 5164981"/>
              <a:gd name="connsiteX1" fmla="*/ 0 w 5641803"/>
              <a:gd name="connsiteY1" fmla="*/ 1891 h 5164981"/>
              <a:gd name="connsiteX2" fmla="*/ 5638468 w 5641803"/>
              <a:gd name="connsiteY2" fmla="*/ 0 h 5164981"/>
              <a:gd name="connsiteX3" fmla="*/ 5641426 w 5641803"/>
              <a:gd name="connsiteY3" fmla="*/ 5161969 h 5164981"/>
              <a:gd name="connsiteX4" fmla="*/ 2417147 w 5641803"/>
              <a:gd name="connsiteY4" fmla="*/ 5164981 h 5164981"/>
              <a:gd name="connsiteX0" fmla="*/ 2417147 w 5643017"/>
              <a:gd name="connsiteY0" fmla="*/ 5174079 h 5174079"/>
              <a:gd name="connsiteX1" fmla="*/ 0 w 5643017"/>
              <a:gd name="connsiteY1" fmla="*/ 10989 h 5174079"/>
              <a:gd name="connsiteX2" fmla="*/ 5643017 w 5643017"/>
              <a:gd name="connsiteY2" fmla="*/ 0 h 5174079"/>
              <a:gd name="connsiteX3" fmla="*/ 5641426 w 5643017"/>
              <a:gd name="connsiteY3" fmla="*/ 5171067 h 5174079"/>
              <a:gd name="connsiteX4" fmla="*/ 2417147 w 5643017"/>
              <a:gd name="connsiteY4" fmla="*/ 5174079 h 5174079"/>
              <a:gd name="connsiteX0" fmla="*/ 2417147 w 5643017"/>
              <a:gd name="connsiteY0" fmla="*/ 5174079 h 5174079"/>
              <a:gd name="connsiteX1" fmla="*/ 0 w 5643017"/>
              <a:gd name="connsiteY1" fmla="*/ 4609 h 5174079"/>
              <a:gd name="connsiteX2" fmla="*/ 5643017 w 5643017"/>
              <a:gd name="connsiteY2" fmla="*/ 0 h 5174079"/>
              <a:gd name="connsiteX3" fmla="*/ 5641426 w 5643017"/>
              <a:gd name="connsiteY3" fmla="*/ 5171067 h 5174079"/>
              <a:gd name="connsiteX4" fmla="*/ 2417147 w 5643017"/>
              <a:gd name="connsiteY4" fmla="*/ 5174079 h 5174079"/>
              <a:gd name="connsiteX0" fmla="*/ 2417147 w 5654316"/>
              <a:gd name="connsiteY0" fmla="*/ 5174079 h 5177448"/>
              <a:gd name="connsiteX1" fmla="*/ 0 w 5654316"/>
              <a:gd name="connsiteY1" fmla="*/ 4609 h 5177448"/>
              <a:gd name="connsiteX2" fmla="*/ 5643017 w 5654316"/>
              <a:gd name="connsiteY2" fmla="*/ 0 h 5177448"/>
              <a:gd name="connsiteX3" fmla="*/ 5654126 w 5654316"/>
              <a:gd name="connsiteY3" fmla="*/ 5177448 h 5177448"/>
              <a:gd name="connsiteX4" fmla="*/ 2417147 w 5654316"/>
              <a:gd name="connsiteY4" fmla="*/ 5174079 h 5177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4316" h="5177448">
                <a:moveTo>
                  <a:pt x="2417147" y="5174079"/>
                </a:moveTo>
                <a:lnTo>
                  <a:pt x="0" y="4609"/>
                </a:lnTo>
                <a:lnTo>
                  <a:pt x="5643017" y="0"/>
                </a:lnTo>
                <a:cubicBezTo>
                  <a:pt x="5640970" y="1720656"/>
                  <a:pt x="5656173" y="3456792"/>
                  <a:pt x="5654126" y="5177448"/>
                </a:cubicBezTo>
                <a:lnTo>
                  <a:pt x="2417147" y="5174079"/>
                </a:lnTo>
                <a:close/>
              </a:path>
            </a:pathLst>
          </a:cu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4pPr>
              <a:defRPr>
                <a:ln>
                  <a:solidFill>
                    <a:schemeClr val="accent1"/>
                  </a:solidFill>
                </a:ln>
                <a:solidFill>
                  <a:schemeClr val="accent1"/>
                </a:solidFill>
              </a:defRPr>
            </a:lvl4pPr>
          </a:lstStyle>
          <a:p>
            <a:pPr lvl="0"/>
            <a:r>
              <a:rPr lang="en-US"/>
              <a:t>Click to edit Master text styles</a:t>
            </a:r>
          </a:p>
          <a:p>
            <a:pPr lvl="1"/>
            <a:r>
              <a:rPr lang="en-US"/>
              <a:t>Second level</a:t>
            </a:r>
          </a:p>
        </p:txBody>
      </p:sp>
      <p:sp>
        <p:nvSpPr>
          <p:cNvPr id="5" name="Textplatzhalter 4"/>
          <p:cNvSpPr>
            <a:spLocks noGrp="1"/>
          </p:cNvSpPr>
          <p:nvPr>
            <p:ph type="body" sz="quarter" idx="11"/>
          </p:nvPr>
        </p:nvSpPr>
        <p:spPr bwMode="auto">
          <a:xfrm>
            <a:off x="4429719" y="-4153"/>
            <a:ext cx="4711557" cy="5154092"/>
          </a:xfrm>
          <a:custGeom>
            <a:avLst/>
            <a:gdLst>
              <a:gd name="connsiteX0" fmla="*/ 0 w 1466850"/>
              <a:gd name="connsiteY0" fmla="*/ 1608226 h 1608226"/>
              <a:gd name="connsiteX1" fmla="*/ 366713 w 1466850"/>
              <a:gd name="connsiteY1" fmla="*/ 0 h 1608226"/>
              <a:gd name="connsiteX2" fmla="*/ 1466850 w 1466850"/>
              <a:gd name="connsiteY2" fmla="*/ 0 h 1608226"/>
              <a:gd name="connsiteX3" fmla="*/ 1100138 w 1466850"/>
              <a:gd name="connsiteY3" fmla="*/ 1608226 h 1608226"/>
              <a:gd name="connsiteX4" fmla="*/ 0 w 1466850"/>
              <a:gd name="connsiteY4" fmla="*/ 1608226 h 1608226"/>
              <a:gd name="connsiteX0" fmla="*/ 0 w 2304312"/>
              <a:gd name="connsiteY0" fmla="*/ 1608226 h 1614665"/>
              <a:gd name="connsiteX1" fmla="*/ 366713 w 2304312"/>
              <a:gd name="connsiteY1" fmla="*/ 0 h 1614665"/>
              <a:gd name="connsiteX2" fmla="*/ 1466850 w 2304312"/>
              <a:gd name="connsiteY2" fmla="*/ 0 h 1614665"/>
              <a:gd name="connsiteX3" fmla="*/ 2304312 w 2304312"/>
              <a:gd name="connsiteY3" fmla="*/ 1614665 h 1614665"/>
              <a:gd name="connsiteX4" fmla="*/ 0 w 2304312"/>
              <a:gd name="connsiteY4" fmla="*/ 1608226 h 1614665"/>
              <a:gd name="connsiteX0" fmla="*/ 0 w 4725205"/>
              <a:gd name="connsiteY0" fmla="*/ 5162795 h 5169234"/>
              <a:gd name="connsiteX1" fmla="*/ 366713 w 4725205"/>
              <a:gd name="connsiteY1" fmla="*/ 3554569 h 5169234"/>
              <a:gd name="connsiteX2" fmla="*/ 4725205 w 4725205"/>
              <a:gd name="connsiteY2" fmla="*/ 0 h 5169234"/>
              <a:gd name="connsiteX3" fmla="*/ 2304312 w 4725205"/>
              <a:gd name="connsiteY3" fmla="*/ 5169234 h 5169234"/>
              <a:gd name="connsiteX4" fmla="*/ 0 w 4725205"/>
              <a:gd name="connsiteY4" fmla="*/ 5162795 h 5169234"/>
              <a:gd name="connsiteX0" fmla="*/ 0 w 4725205"/>
              <a:gd name="connsiteY0" fmla="*/ 5162795 h 5169234"/>
              <a:gd name="connsiteX1" fmla="*/ 2369378 w 4725205"/>
              <a:gd name="connsiteY1" fmla="*/ 19319 h 5169234"/>
              <a:gd name="connsiteX2" fmla="*/ 4725205 w 4725205"/>
              <a:gd name="connsiteY2" fmla="*/ 0 h 5169234"/>
              <a:gd name="connsiteX3" fmla="*/ 2304312 w 4725205"/>
              <a:gd name="connsiteY3" fmla="*/ 5169234 h 5169234"/>
              <a:gd name="connsiteX4" fmla="*/ 0 w 4725205"/>
              <a:gd name="connsiteY4" fmla="*/ 5162795 h 5169234"/>
              <a:gd name="connsiteX0" fmla="*/ 0 w 4725205"/>
              <a:gd name="connsiteY0" fmla="*/ 5162795 h 5169234"/>
              <a:gd name="connsiteX1" fmla="*/ 2382257 w 4725205"/>
              <a:gd name="connsiteY1" fmla="*/ 1 h 5169234"/>
              <a:gd name="connsiteX2" fmla="*/ 4725205 w 4725205"/>
              <a:gd name="connsiteY2" fmla="*/ 0 h 5169234"/>
              <a:gd name="connsiteX3" fmla="*/ 2304312 w 4725205"/>
              <a:gd name="connsiteY3" fmla="*/ 5169234 h 5169234"/>
              <a:gd name="connsiteX4" fmla="*/ 0 w 4725205"/>
              <a:gd name="connsiteY4" fmla="*/ 5162795 h 5169234"/>
              <a:gd name="connsiteX0" fmla="*/ 0 w 4720656"/>
              <a:gd name="connsiteY0" fmla="*/ 5176443 h 5176443"/>
              <a:gd name="connsiteX1" fmla="*/ 2377708 w 4720656"/>
              <a:gd name="connsiteY1" fmla="*/ 1 h 5176443"/>
              <a:gd name="connsiteX2" fmla="*/ 4720656 w 4720656"/>
              <a:gd name="connsiteY2" fmla="*/ 0 h 5176443"/>
              <a:gd name="connsiteX3" fmla="*/ 2299763 w 4720656"/>
              <a:gd name="connsiteY3" fmla="*/ 5169234 h 5176443"/>
              <a:gd name="connsiteX4" fmla="*/ 0 w 4720656"/>
              <a:gd name="connsiteY4" fmla="*/ 5176443 h 5176443"/>
              <a:gd name="connsiteX0" fmla="*/ 0 w 4720656"/>
              <a:gd name="connsiteY0" fmla="*/ 5176443 h 5176443"/>
              <a:gd name="connsiteX1" fmla="*/ 2377708 w 4720656"/>
              <a:gd name="connsiteY1" fmla="*/ 1 h 5176443"/>
              <a:gd name="connsiteX2" fmla="*/ 4720656 w 4720656"/>
              <a:gd name="connsiteY2" fmla="*/ 0 h 5176443"/>
              <a:gd name="connsiteX3" fmla="*/ 2299763 w 4720656"/>
              <a:gd name="connsiteY3" fmla="*/ 5169234 h 5176443"/>
              <a:gd name="connsiteX4" fmla="*/ 0 w 4720656"/>
              <a:gd name="connsiteY4" fmla="*/ 5176443 h 5176443"/>
              <a:gd name="connsiteX0" fmla="*/ 0 w 4711557"/>
              <a:gd name="connsiteY0" fmla="*/ 5167345 h 5169234"/>
              <a:gd name="connsiteX1" fmla="*/ 2368609 w 4711557"/>
              <a:gd name="connsiteY1" fmla="*/ 1 h 5169234"/>
              <a:gd name="connsiteX2" fmla="*/ 4711557 w 4711557"/>
              <a:gd name="connsiteY2" fmla="*/ 0 h 5169234"/>
              <a:gd name="connsiteX3" fmla="*/ 2290664 w 4711557"/>
              <a:gd name="connsiteY3" fmla="*/ 5169234 h 5169234"/>
              <a:gd name="connsiteX4" fmla="*/ 0 w 4711557"/>
              <a:gd name="connsiteY4" fmla="*/ 5167345 h 5169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1557" h="5169234">
                <a:moveTo>
                  <a:pt x="0" y="5167345"/>
                </a:moveTo>
                <a:lnTo>
                  <a:pt x="2368609" y="1"/>
                </a:lnTo>
                <a:lnTo>
                  <a:pt x="4711557" y="0"/>
                </a:lnTo>
                <a:lnTo>
                  <a:pt x="2290664" y="5169234"/>
                </a:lnTo>
                <a:lnTo>
                  <a:pt x="0" y="5167345"/>
                </a:lnTo>
                <a:close/>
              </a:path>
            </a:pathLst>
          </a:custGeom>
          <a:solidFill>
            <a:srgbClr val="FF5451">
              <a:alpha val="50196"/>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4pPr>
              <a:defRPr>
                <a:ln>
                  <a:solidFill>
                    <a:srgbClr val="FF5451"/>
                  </a:solidFill>
                </a:ln>
                <a:solidFill>
                  <a:srgbClr val="FF5451"/>
                </a:solidFill>
              </a:defRPr>
            </a:lvl4pPr>
          </a:lstStyle>
          <a:p>
            <a:pPr lvl="0"/>
            <a:r>
              <a:rPr lang="en-US"/>
              <a:t>Click to edit Master text styles</a:t>
            </a:r>
          </a:p>
          <a:p>
            <a:pPr lvl="1"/>
            <a:r>
              <a:rPr lang="en-US"/>
              <a:t>Second level</a:t>
            </a:r>
          </a:p>
        </p:txBody>
      </p:sp>
      <p:sp>
        <p:nvSpPr>
          <p:cNvPr id="3" name="Textplatzhalter 2"/>
          <p:cNvSpPr>
            <a:spLocks noGrp="1"/>
          </p:cNvSpPr>
          <p:nvPr>
            <p:ph type="body" idx="1"/>
          </p:nvPr>
        </p:nvSpPr>
        <p:spPr>
          <a:xfrm>
            <a:off x="5113728" y="1066801"/>
            <a:ext cx="3562911" cy="350998"/>
          </a:xfrm>
        </p:spPr>
        <p:txBody>
          <a:bodyPr anchor="b">
            <a:noAutofit/>
          </a:bodyPr>
          <a:lstStyle>
            <a:lvl1pPr marL="0" indent="0" algn="r">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Bildplatzhalter"/>
          <p:cNvSpPr>
            <a:spLocks noGrp="1"/>
          </p:cNvSpPr>
          <p:nvPr>
            <p:ph type="pic" sz="quarter" idx="10"/>
          </p:nvPr>
        </p:nvSpPr>
        <p:spPr bwMode="auto">
          <a:xfrm>
            <a:off x="-1" y="0"/>
            <a:ext cx="6115051" cy="5149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1800" baseline="0"/>
            </a:lvl1pPr>
          </a:lstStyle>
          <a:p>
            <a:pPr lvl="0"/>
            <a:r>
              <a:rPr lang="en-US" noProof="0"/>
              <a:t>Click icon to add picture</a:t>
            </a:r>
            <a:endParaRPr lang="de-DE" noProof="0" dirty="0"/>
          </a:p>
        </p:txBody>
      </p:sp>
      <p:sp>
        <p:nvSpPr>
          <p:cNvPr id="2" name="Titel 1"/>
          <p:cNvSpPr>
            <a:spLocks noGrp="1"/>
          </p:cNvSpPr>
          <p:nvPr>
            <p:ph type="title"/>
          </p:nvPr>
        </p:nvSpPr>
        <p:spPr>
          <a:xfrm>
            <a:off x="5113728" y="1447164"/>
            <a:ext cx="3562911" cy="2201545"/>
          </a:xfrm>
        </p:spPr>
        <p:txBody>
          <a:bodyPr anchor="t"/>
          <a:lstStyle>
            <a:lvl1pPr algn="r">
              <a:defRPr sz="2800" b="1" cap="all">
                <a:solidFill>
                  <a:srgbClr val="FFFFFF"/>
                </a:solidFill>
              </a:defRPr>
            </a:lvl1pPr>
          </a:lstStyle>
          <a:p>
            <a:r>
              <a:rPr lang="en-US"/>
              <a:t>Click to edit Master title style</a:t>
            </a:r>
            <a:endParaRPr lang="de-DE" dirty="0"/>
          </a:p>
        </p:txBody>
      </p:sp>
    </p:spTree>
    <p:extLst>
      <p:ext uri="{BB962C8B-B14F-4D97-AF65-F5344CB8AC3E}">
        <p14:creationId xmlns:p14="http://schemas.microsoft.com/office/powerpoint/2010/main" val="3724199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Zwischenfolie links">
    <p:spTree>
      <p:nvGrpSpPr>
        <p:cNvPr id="1" name=""/>
        <p:cNvGrpSpPr/>
        <p:nvPr/>
      </p:nvGrpSpPr>
      <p:grpSpPr>
        <a:xfrm>
          <a:off x="0" y="0"/>
          <a:ext cx="0" cy="0"/>
          <a:chOff x="0" y="0"/>
          <a:chExt cx="0" cy="0"/>
        </a:xfrm>
      </p:grpSpPr>
      <p:sp>
        <p:nvSpPr>
          <p:cNvPr id="14" name="Textplatzhalter 4"/>
          <p:cNvSpPr>
            <a:spLocks noGrp="1"/>
          </p:cNvSpPr>
          <p:nvPr>
            <p:ph type="body" sz="quarter" idx="13"/>
          </p:nvPr>
        </p:nvSpPr>
        <p:spPr bwMode="auto">
          <a:xfrm flipH="1">
            <a:off x="-14439" y="-5922"/>
            <a:ext cx="5654316" cy="5152775"/>
          </a:xfrm>
          <a:custGeom>
            <a:avLst/>
            <a:gdLst>
              <a:gd name="connsiteX0" fmla="*/ 0 w 2419350"/>
              <a:gd name="connsiteY0" fmla="*/ 5172957 h 5172957"/>
              <a:gd name="connsiteX1" fmla="*/ 604838 w 2419350"/>
              <a:gd name="connsiteY1" fmla="*/ 0 h 5172957"/>
              <a:gd name="connsiteX2" fmla="*/ 1814513 w 2419350"/>
              <a:gd name="connsiteY2" fmla="*/ 0 h 5172957"/>
              <a:gd name="connsiteX3" fmla="*/ 2419350 w 2419350"/>
              <a:gd name="connsiteY3" fmla="*/ 5172957 h 5172957"/>
              <a:gd name="connsiteX4" fmla="*/ 0 w 2419350"/>
              <a:gd name="connsiteY4" fmla="*/ 5172957 h 5172957"/>
              <a:gd name="connsiteX0" fmla="*/ 0 w 2439138"/>
              <a:gd name="connsiteY0" fmla="*/ 5172957 h 5172957"/>
              <a:gd name="connsiteX1" fmla="*/ 604838 w 2439138"/>
              <a:gd name="connsiteY1" fmla="*/ 0 h 5172957"/>
              <a:gd name="connsiteX2" fmla="*/ 2439138 w 2439138"/>
              <a:gd name="connsiteY2" fmla="*/ 6439 h 5172957"/>
              <a:gd name="connsiteX3" fmla="*/ 2419350 w 2439138"/>
              <a:gd name="connsiteY3" fmla="*/ 5172957 h 5172957"/>
              <a:gd name="connsiteX4" fmla="*/ 0 w 2439138"/>
              <a:gd name="connsiteY4" fmla="*/ 5172957 h 5172957"/>
              <a:gd name="connsiteX0" fmla="*/ 3226626 w 5665764"/>
              <a:gd name="connsiteY0" fmla="*/ 5166518 h 5166518"/>
              <a:gd name="connsiteX1" fmla="*/ 0 w 5665764"/>
              <a:gd name="connsiteY1" fmla="*/ 6440 h 5166518"/>
              <a:gd name="connsiteX2" fmla="*/ 5665764 w 5665764"/>
              <a:gd name="connsiteY2" fmla="*/ 0 h 5166518"/>
              <a:gd name="connsiteX3" fmla="*/ 5645976 w 5665764"/>
              <a:gd name="connsiteY3" fmla="*/ 5166518 h 5166518"/>
              <a:gd name="connsiteX4" fmla="*/ 3226626 w 5665764"/>
              <a:gd name="connsiteY4" fmla="*/ 5166518 h 5166518"/>
              <a:gd name="connsiteX0" fmla="*/ 2421696 w 5665764"/>
              <a:gd name="connsiteY0" fmla="*/ 5192275 h 5192275"/>
              <a:gd name="connsiteX1" fmla="*/ 0 w 5665764"/>
              <a:gd name="connsiteY1" fmla="*/ 6440 h 5192275"/>
              <a:gd name="connsiteX2" fmla="*/ 5665764 w 5665764"/>
              <a:gd name="connsiteY2" fmla="*/ 0 h 5192275"/>
              <a:gd name="connsiteX3" fmla="*/ 5645976 w 5665764"/>
              <a:gd name="connsiteY3" fmla="*/ 5166518 h 5192275"/>
              <a:gd name="connsiteX4" fmla="*/ 2421696 w 5665764"/>
              <a:gd name="connsiteY4" fmla="*/ 5192275 h 5192275"/>
              <a:gd name="connsiteX0" fmla="*/ 2421696 w 5665764"/>
              <a:gd name="connsiteY0" fmla="*/ 5183177 h 5183177"/>
              <a:gd name="connsiteX1" fmla="*/ 0 w 5665764"/>
              <a:gd name="connsiteY1" fmla="*/ 6440 h 5183177"/>
              <a:gd name="connsiteX2" fmla="*/ 5665764 w 5665764"/>
              <a:gd name="connsiteY2" fmla="*/ 0 h 5183177"/>
              <a:gd name="connsiteX3" fmla="*/ 5645976 w 5665764"/>
              <a:gd name="connsiteY3" fmla="*/ 5166518 h 5183177"/>
              <a:gd name="connsiteX4" fmla="*/ 2421696 w 5665764"/>
              <a:gd name="connsiteY4" fmla="*/ 5183177 h 5183177"/>
              <a:gd name="connsiteX0" fmla="*/ 2421696 w 5665764"/>
              <a:gd name="connsiteY0" fmla="*/ 5174079 h 5174079"/>
              <a:gd name="connsiteX1" fmla="*/ 0 w 5665764"/>
              <a:gd name="connsiteY1" fmla="*/ 6440 h 5174079"/>
              <a:gd name="connsiteX2" fmla="*/ 5665764 w 5665764"/>
              <a:gd name="connsiteY2" fmla="*/ 0 h 5174079"/>
              <a:gd name="connsiteX3" fmla="*/ 5645976 w 5665764"/>
              <a:gd name="connsiteY3" fmla="*/ 5166518 h 5174079"/>
              <a:gd name="connsiteX4" fmla="*/ 2421696 w 5665764"/>
              <a:gd name="connsiteY4" fmla="*/ 5174079 h 5174079"/>
              <a:gd name="connsiteX0" fmla="*/ 2417147 w 5665764"/>
              <a:gd name="connsiteY0" fmla="*/ 5169530 h 5169530"/>
              <a:gd name="connsiteX1" fmla="*/ 0 w 5665764"/>
              <a:gd name="connsiteY1" fmla="*/ 6440 h 5169530"/>
              <a:gd name="connsiteX2" fmla="*/ 5665764 w 5665764"/>
              <a:gd name="connsiteY2" fmla="*/ 0 h 5169530"/>
              <a:gd name="connsiteX3" fmla="*/ 5645976 w 5665764"/>
              <a:gd name="connsiteY3" fmla="*/ 5166518 h 5169530"/>
              <a:gd name="connsiteX4" fmla="*/ 2417147 w 5665764"/>
              <a:gd name="connsiteY4" fmla="*/ 5169530 h 5169530"/>
              <a:gd name="connsiteX0" fmla="*/ 2417147 w 5652116"/>
              <a:gd name="connsiteY0" fmla="*/ 5164981 h 5164981"/>
              <a:gd name="connsiteX1" fmla="*/ 0 w 5652116"/>
              <a:gd name="connsiteY1" fmla="*/ 1891 h 5164981"/>
              <a:gd name="connsiteX2" fmla="*/ 5652116 w 5652116"/>
              <a:gd name="connsiteY2" fmla="*/ 0 h 5164981"/>
              <a:gd name="connsiteX3" fmla="*/ 5645976 w 5652116"/>
              <a:gd name="connsiteY3" fmla="*/ 5161969 h 5164981"/>
              <a:gd name="connsiteX4" fmla="*/ 2417147 w 5652116"/>
              <a:gd name="connsiteY4" fmla="*/ 5164981 h 5164981"/>
              <a:gd name="connsiteX0" fmla="*/ 2417147 w 5646219"/>
              <a:gd name="connsiteY0" fmla="*/ 5163090 h 5163090"/>
              <a:gd name="connsiteX1" fmla="*/ 0 w 5646219"/>
              <a:gd name="connsiteY1" fmla="*/ 0 h 5163090"/>
              <a:gd name="connsiteX2" fmla="*/ 5638468 w 5646219"/>
              <a:gd name="connsiteY2" fmla="*/ 11757 h 5163090"/>
              <a:gd name="connsiteX3" fmla="*/ 5645976 w 5646219"/>
              <a:gd name="connsiteY3" fmla="*/ 5160078 h 5163090"/>
              <a:gd name="connsiteX4" fmla="*/ 2417147 w 5646219"/>
              <a:gd name="connsiteY4" fmla="*/ 5163090 h 5163090"/>
              <a:gd name="connsiteX0" fmla="*/ 2417147 w 5646219"/>
              <a:gd name="connsiteY0" fmla="*/ 5164981 h 5164981"/>
              <a:gd name="connsiteX1" fmla="*/ 0 w 5646219"/>
              <a:gd name="connsiteY1" fmla="*/ 1891 h 5164981"/>
              <a:gd name="connsiteX2" fmla="*/ 5638468 w 5646219"/>
              <a:gd name="connsiteY2" fmla="*/ 0 h 5164981"/>
              <a:gd name="connsiteX3" fmla="*/ 5645976 w 5646219"/>
              <a:gd name="connsiteY3" fmla="*/ 5161969 h 5164981"/>
              <a:gd name="connsiteX4" fmla="*/ 2417147 w 5646219"/>
              <a:gd name="connsiteY4" fmla="*/ 5164981 h 5164981"/>
              <a:gd name="connsiteX0" fmla="*/ 2417147 w 5641803"/>
              <a:gd name="connsiteY0" fmla="*/ 5164981 h 5164981"/>
              <a:gd name="connsiteX1" fmla="*/ 0 w 5641803"/>
              <a:gd name="connsiteY1" fmla="*/ 1891 h 5164981"/>
              <a:gd name="connsiteX2" fmla="*/ 5638468 w 5641803"/>
              <a:gd name="connsiteY2" fmla="*/ 0 h 5164981"/>
              <a:gd name="connsiteX3" fmla="*/ 5641426 w 5641803"/>
              <a:gd name="connsiteY3" fmla="*/ 5161969 h 5164981"/>
              <a:gd name="connsiteX4" fmla="*/ 2417147 w 5641803"/>
              <a:gd name="connsiteY4" fmla="*/ 5164981 h 5164981"/>
              <a:gd name="connsiteX0" fmla="*/ 2417147 w 5643017"/>
              <a:gd name="connsiteY0" fmla="*/ 5174079 h 5174079"/>
              <a:gd name="connsiteX1" fmla="*/ 0 w 5643017"/>
              <a:gd name="connsiteY1" fmla="*/ 10989 h 5174079"/>
              <a:gd name="connsiteX2" fmla="*/ 5643017 w 5643017"/>
              <a:gd name="connsiteY2" fmla="*/ 0 h 5174079"/>
              <a:gd name="connsiteX3" fmla="*/ 5641426 w 5643017"/>
              <a:gd name="connsiteY3" fmla="*/ 5171067 h 5174079"/>
              <a:gd name="connsiteX4" fmla="*/ 2417147 w 5643017"/>
              <a:gd name="connsiteY4" fmla="*/ 5174079 h 5174079"/>
              <a:gd name="connsiteX0" fmla="*/ 2417147 w 5643017"/>
              <a:gd name="connsiteY0" fmla="*/ 5174079 h 5174079"/>
              <a:gd name="connsiteX1" fmla="*/ 0 w 5643017"/>
              <a:gd name="connsiteY1" fmla="*/ 4609 h 5174079"/>
              <a:gd name="connsiteX2" fmla="*/ 5643017 w 5643017"/>
              <a:gd name="connsiteY2" fmla="*/ 0 h 5174079"/>
              <a:gd name="connsiteX3" fmla="*/ 5641426 w 5643017"/>
              <a:gd name="connsiteY3" fmla="*/ 5171067 h 5174079"/>
              <a:gd name="connsiteX4" fmla="*/ 2417147 w 5643017"/>
              <a:gd name="connsiteY4" fmla="*/ 5174079 h 5174079"/>
              <a:gd name="connsiteX0" fmla="*/ 2417147 w 5654316"/>
              <a:gd name="connsiteY0" fmla="*/ 5174079 h 5177448"/>
              <a:gd name="connsiteX1" fmla="*/ 0 w 5654316"/>
              <a:gd name="connsiteY1" fmla="*/ 4609 h 5177448"/>
              <a:gd name="connsiteX2" fmla="*/ 5643017 w 5654316"/>
              <a:gd name="connsiteY2" fmla="*/ 0 h 5177448"/>
              <a:gd name="connsiteX3" fmla="*/ 5654126 w 5654316"/>
              <a:gd name="connsiteY3" fmla="*/ 5177448 h 5177448"/>
              <a:gd name="connsiteX4" fmla="*/ 2417147 w 5654316"/>
              <a:gd name="connsiteY4" fmla="*/ 5174079 h 5177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4316" h="5177448">
                <a:moveTo>
                  <a:pt x="2417147" y="5174079"/>
                </a:moveTo>
                <a:lnTo>
                  <a:pt x="0" y="4609"/>
                </a:lnTo>
                <a:lnTo>
                  <a:pt x="5643017" y="0"/>
                </a:lnTo>
                <a:cubicBezTo>
                  <a:pt x="5640970" y="1720656"/>
                  <a:pt x="5656173" y="3456792"/>
                  <a:pt x="5654126" y="5177448"/>
                </a:cubicBezTo>
                <a:lnTo>
                  <a:pt x="2417147" y="5174079"/>
                </a:lnTo>
                <a:close/>
              </a:path>
            </a:pathLst>
          </a:cu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4pPr>
              <a:defRPr>
                <a:ln>
                  <a:noFill/>
                </a:ln>
                <a:noFill/>
              </a:defRPr>
            </a:lvl4pPr>
          </a:lstStyle>
          <a:p>
            <a:pPr lvl="0"/>
            <a:r>
              <a:rPr lang="en-US"/>
              <a:t>Click to edit Master text styles</a:t>
            </a:r>
          </a:p>
        </p:txBody>
      </p:sp>
      <p:sp>
        <p:nvSpPr>
          <p:cNvPr id="5" name="Textplatzhalter 4"/>
          <p:cNvSpPr>
            <a:spLocks noGrp="1"/>
          </p:cNvSpPr>
          <p:nvPr>
            <p:ph type="body" sz="quarter" idx="11"/>
          </p:nvPr>
        </p:nvSpPr>
        <p:spPr bwMode="auto">
          <a:xfrm flipH="1">
            <a:off x="-14439" y="-4153"/>
            <a:ext cx="4711557" cy="5154092"/>
          </a:xfrm>
          <a:custGeom>
            <a:avLst/>
            <a:gdLst>
              <a:gd name="connsiteX0" fmla="*/ 0 w 1466850"/>
              <a:gd name="connsiteY0" fmla="*/ 1608226 h 1608226"/>
              <a:gd name="connsiteX1" fmla="*/ 366713 w 1466850"/>
              <a:gd name="connsiteY1" fmla="*/ 0 h 1608226"/>
              <a:gd name="connsiteX2" fmla="*/ 1466850 w 1466850"/>
              <a:gd name="connsiteY2" fmla="*/ 0 h 1608226"/>
              <a:gd name="connsiteX3" fmla="*/ 1100138 w 1466850"/>
              <a:gd name="connsiteY3" fmla="*/ 1608226 h 1608226"/>
              <a:gd name="connsiteX4" fmla="*/ 0 w 1466850"/>
              <a:gd name="connsiteY4" fmla="*/ 1608226 h 1608226"/>
              <a:gd name="connsiteX0" fmla="*/ 0 w 2304312"/>
              <a:gd name="connsiteY0" fmla="*/ 1608226 h 1614665"/>
              <a:gd name="connsiteX1" fmla="*/ 366713 w 2304312"/>
              <a:gd name="connsiteY1" fmla="*/ 0 h 1614665"/>
              <a:gd name="connsiteX2" fmla="*/ 1466850 w 2304312"/>
              <a:gd name="connsiteY2" fmla="*/ 0 h 1614665"/>
              <a:gd name="connsiteX3" fmla="*/ 2304312 w 2304312"/>
              <a:gd name="connsiteY3" fmla="*/ 1614665 h 1614665"/>
              <a:gd name="connsiteX4" fmla="*/ 0 w 2304312"/>
              <a:gd name="connsiteY4" fmla="*/ 1608226 h 1614665"/>
              <a:gd name="connsiteX0" fmla="*/ 0 w 4725205"/>
              <a:gd name="connsiteY0" fmla="*/ 5162795 h 5169234"/>
              <a:gd name="connsiteX1" fmla="*/ 366713 w 4725205"/>
              <a:gd name="connsiteY1" fmla="*/ 3554569 h 5169234"/>
              <a:gd name="connsiteX2" fmla="*/ 4725205 w 4725205"/>
              <a:gd name="connsiteY2" fmla="*/ 0 h 5169234"/>
              <a:gd name="connsiteX3" fmla="*/ 2304312 w 4725205"/>
              <a:gd name="connsiteY3" fmla="*/ 5169234 h 5169234"/>
              <a:gd name="connsiteX4" fmla="*/ 0 w 4725205"/>
              <a:gd name="connsiteY4" fmla="*/ 5162795 h 5169234"/>
              <a:gd name="connsiteX0" fmla="*/ 0 w 4725205"/>
              <a:gd name="connsiteY0" fmla="*/ 5162795 h 5169234"/>
              <a:gd name="connsiteX1" fmla="*/ 2369378 w 4725205"/>
              <a:gd name="connsiteY1" fmla="*/ 19319 h 5169234"/>
              <a:gd name="connsiteX2" fmla="*/ 4725205 w 4725205"/>
              <a:gd name="connsiteY2" fmla="*/ 0 h 5169234"/>
              <a:gd name="connsiteX3" fmla="*/ 2304312 w 4725205"/>
              <a:gd name="connsiteY3" fmla="*/ 5169234 h 5169234"/>
              <a:gd name="connsiteX4" fmla="*/ 0 w 4725205"/>
              <a:gd name="connsiteY4" fmla="*/ 5162795 h 5169234"/>
              <a:gd name="connsiteX0" fmla="*/ 0 w 4725205"/>
              <a:gd name="connsiteY0" fmla="*/ 5162795 h 5169234"/>
              <a:gd name="connsiteX1" fmla="*/ 2382257 w 4725205"/>
              <a:gd name="connsiteY1" fmla="*/ 1 h 5169234"/>
              <a:gd name="connsiteX2" fmla="*/ 4725205 w 4725205"/>
              <a:gd name="connsiteY2" fmla="*/ 0 h 5169234"/>
              <a:gd name="connsiteX3" fmla="*/ 2304312 w 4725205"/>
              <a:gd name="connsiteY3" fmla="*/ 5169234 h 5169234"/>
              <a:gd name="connsiteX4" fmla="*/ 0 w 4725205"/>
              <a:gd name="connsiteY4" fmla="*/ 5162795 h 5169234"/>
              <a:gd name="connsiteX0" fmla="*/ 0 w 4720656"/>
              <a:gd name="connsiteY0" fmla="*/ 5176443 h 5176443"/>
              <a:gd name="connsiteX1" fmla="*/ 2377708 w 4720656"/>
              <a:gd name="connsiteY1" fmla="*/ 1 h 5176443"/>
              <a:gd name="connsiteX2" fmla="*/ 4720656 w 4720656"/>
              <a:gd name="connsiteY2" fmla="*/ 0 h 5176443"/>
              <a:gd name="connsiteX3" fmla="*/ 2299763 w 4720656"/>
              <a:gd name="connsiteY3" fmla="*/ 5169234 h 5176443"/>
              <a:gd name="connsiteX4" fmla="*/ 0 w 4720656"/>
              <a:gd name="connsiteY4" fmla="*/ 5176443 h 5176443"/>
              <a:gd name="connsiteX0" fmla="*/ 0 w 4720656"/>
              <a:gd name="connsiteY0" fmla="*/ 5176443 h 5176443"/>
              <a:gd name="connsiteX1" fmla="*/ 2377708 w 4720656"/>
              <a:gd name="connsiteY1" fmla="*/ 1 h 5176443"/>
              <a:gd name="connsiteX2" fmla="*/ 4720656 w 4720656"/>
              <a:gd name="connsiteY2" fmla="*/ 0 h 5176443"/>
              <a:gd name="connsiteX3" fmla="*/ 2299763 w 4720656"/>
              <a:gd name="connsiteY3" fmla="*/ 5169234 h 5176443"/>
              <a:gd name="connsiteX4" fmla="*/ 0 w 4720656"/>
              <a:gd name="connsiteY4" fmla="*/ 5176443 h 5176443"/>
              <a:gd name="connsiteX0" fmla="*/ 0 w 4711557"/>
              <a:gd name="connsiteY0" fmla="*/ 5167345 h 5169234"/>
              <a:gd name="connsiteX1" fmla="*/ 2368609 w 4711557"/>
              <a:gd name="connsiteY1" fmla="*/ 1 h 5169234"/>
              <a:gd name="connsiteX2" fmla="*/ 4711557 w 4711557"/>
              <a:gd name="connsiteY2" fmla="*/ 0 h 5169234"/>
              <a:gd name="connsiteX3" fmla="*/ 2290664 w 4711557"/>
              <a:gd name="connsiteY3" fmla="*/ 5169234 h 5169234"/>
              <a:gd name="connsiteX4" fmla="*/ 0 w 4711557"/>
              <a:gd name="connsiteY4" fmla="*/ 5167345 h 5169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1557" h="5169234">
                <a:moveTo>
                  <a:pt x="0" y="5167345"/>
                </a:moveTo>
                <a:lnTo>
                  <a:pt x="2368609" y="1"/>
                </a:lnTo>
                <a:lnTo>
                  <a:pt x="4711557" y="0"/>
                </a:lnTo>
                <a:lnTo>
                  <a:pt x="2290664" y="5169234"/>
                </a:lnTo>
                <a:lnTo>
                  <a:pt x="0" y="5167345"/>
                </a:lnTo>
                <a:close/>
              </a:path>
            </a:pathLst>
          </a:custGeom>
          <a:solidFill>
            <a:srgbClr val="FF5451">
              <a:alpha val="50196"/>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4pPr>
              <a:defRPr>
                <a:ln>
                  <a:noFill/>
                </a:ln>
                <a:noFill/>
              </a:defRPr>
            </a:lvl4pPr>
          </a:lstStyle>
          <a:p>
            <a:pPr lvl="0"/>
            <a:r>
              <a:rPr lang="en-US"/>
              <a:t>Click to edit Master text styles</a:t>
            </a:r>
          </a:p>
        </p:txBody>
      </p:sp>
      <p:sp>
        <p:nvSpPr>
          <p:cNvPr id="3" name="Textplatzhalter 2"/>
          <p:cNvSpPr>
            <a:spLocks noGrp="1"/>
          </p:cNvSpPr>
          <p:nvPr>
            <p:ph type="body" idx="1"/>
          </p:nvPr>
        </p:nvSpPr>
        <p:spPr>
          <a:xfrm>
            <a:off x="471878" y="1066801"/>
            <a:ext cx="3562911" cy="350998"/>
          </a:xfrm>
        </p:spPr>
        <p:txBody>
          <a:bodyPr anchor="b">
            <a:noAutofit/>
          </a:bodyPr>
          <a:lstStyle>
            <a:lvl1pPr marL="0" indent="0" algn="l">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Bildplatzhalter"/>
          <p:cNvSpPr>
            <a:spLocks noGrp="1"/>
          </p:cNvSpPr>
          <p:nvPr>
            <p:ph type="pic" sz="quarter" idx="10"/>
          </p:nvPr>
        </p:nvSpPr>
        <p:spPr bwMode="auto">
          <a:xfrm>
            <a:off x="2711450" y="0"/>
            <a:ext cx="6432551" cy="5149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1800" baseline="0"/>
            </a:lvl1pPr>
          </a:lstStyle>
          <a:p>
            <a:pPr lvl="0"/>
            <a:r>
              <a:rPr lang="en-US" noProof="0"/>
              <a:t>Click icon to add picture</a:t>
            </a:r>
            <a:endParaRPr lang="de-DE" noProof="0" dirty="0"/>
          </a:p>
        </p:txBody>
      </p:sp>
      <p:sp>
        <p:nvSpPr>
          <p:cNvPr id="2" name="Titel 1"/>
          <p:cNvSpPr>
            <a:spLocks noGrp="1"/>
          </p:cNvSpPr>
          <p:nvPr>
            <p:ph type="title"/>
          </p:nvPr>
        </p:nvSpPr>
        <p:spPr>
          <a:xfrm>
            <a:off x="471878" y="1447164"/>
            <a:ext cx="3562911" cy="2201545"/>
          </a:xfrm>
        </p:spPr>
        <p:txBody>
          <a:bodyPr anchor="t"/>
          <a:lstStyle>
            <a:lvl1pPr algn="l">
              <a:defRPr sz="2800" b="1" cap="all">
                <a:solidFill>
                  <a:srgbClr val="FFFFFF"/>
                </a:solidFill>
              </a:defRPr>
            </a:lvl1pPr>
          </a:lstStyle>
          <a:p>
            <a:r>
              <a:rPr lang="en-US"/>
              <a:t>Click to edit Master title style</a:t>
            </a:r>
            <a:endParaRPr lang="de-DE" dirty="0"/>
          </a:p>
        </p:txBody>
      </p:sp>
    </p:spTree>
    <p:extLst>
      <p:ext uri="{BB962C8B-B14F-4D97-AF65-F5344CB8AC3E}">
        <p14:creationId xmlns:p14="http://schemas.microsoft.com/office/powerpoint/2010/main" val="1848712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Zwischenfolie ohne Bild">
    <p:spTree>
      <p:nvGrpSpPr>
        <p:cNvPr id="1" name=""/>
        <p:cNvGrpSpPr/>
        <p:nvPr/>
      </p:nvGrpSpPr>
      <p:grpSpPr>
        <a:xfrm>
          <a:off x="0" y="0"/>
          <a:ext cx="0" cy="0"/>
          <a:chOff x="0" y="0"/>
          <a:chExt cx="0" cy="0"/>
        </a:xfrm>
      </p:grpSpPr>
      <p:pic>
        <p:nvPicPr>
          <p:cNvPr id="4" name="Bild 9"/>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829300" y="0"/>
            <a:ext cx="33147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el 1"/>
          <p:cNvSpPr>
            <a:spLocks noGrp="1"/>
          </p:cNvSpPr>
          <p:nvPr>
            <p:ph type="ctrTitle"/>
          </p:nvPr>
        </p:nvSpPr>
        <p:spPr>
          <a:xfrm>
            <a:off x="257588" y="2078847"/>
            <a:ext cx="6400800" cy="1487313"/>
          </a:xfrm>
          <a:prstGeom prst="rect">
            <a:avLst/>
          </a:prstGeom>
        </p:spPr>
        <p:txBody>
          <a:bodyPr anchor="t"/>
          <a:lstStyle>
            <a:lvl1pPr>
              <a:defRPr sz="2800">
                <a:solidFill>
                  <a:srgbClr val="262A31"/>
                </a:solidFill>
              </a:defRPr>
            </a:lvl1pPr>
          </a:lstStyle>
          <a:p>
            <a:r>
              <a:rPr lang="en-US"/>
              <a:t>Click to edit Master title style</a:t>
            </a:r>
            <a:endParaRPr lang="de-DE" dirty="0"/>
          </a:p>
        </p:txBody>
      </p:sp>
      <p:sp>
        <p:nvSpPr>
          <p:cNvPr id="3" name="Untertitel 2"/>
          <p:cNvSpPr>
            <a:spLocks noGrp="1"/>
          </p:cNvSpPr>
          <p:nvPr>
            <p:ph type="subTitle" idx="1"/>
          </p:nvPr>
        </p:nvSpPr>
        <p:spPr>
          <a:xfrm>
            <a:off x="257587" y="1740092"/>
            <a:ext cx="6400800" cy="338755"/>
          </a:xfrm>
          <a:prstGeom prst="rect">
            <a:avLst/>
          </a:prstGeom>
        </p:spPr>
        <p:txBody>
          <a:bodyPr>
            <a:noAutofit/>
          </a:bodyPr>
          <a:lstStyle>
            <a:lvl1pPr marL="0" indent="0" algn="l">
              <a:buNone/>
              <a:defRPr sz="1800">
                <a:solidFill>
                  <a:srgbClr val="262A3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de-DE" dirty="0"/>
          </a:p>
        </p:txBody>
      </p:sp>
      <p:cxnSp>
        <p:nvCxnSpPr>
          <p:cNvPr id="9" name="Gerade Verbindung 10"/>
          <p:cNvCxnSpPr/>
          <p:nvPr userDrawn="1"/>
        </p:nvCxnSpPr>
        <p:spPr>
          <a:xfrm>
            <a:off x="457200" y="4713670"/>
            <a:ext cx="5731459" cy="0"/>
          </a:xfrm>
          <a:prstGeom prst="line">
            <a:avLst/>
          </a:prstGeom>
          <a:ln w="3175" cmpd="sng">
            <a:solidFill>
              <a:srgbClr val="D8413E"/>
            </a:solidFill>
          </a:ln>
          <a:effectLst/>
        </p:spPr>
        <p:style>
          <a:lnRef idx="2">
            <a:schemeClr val="accent1"/>
          </a:lnRef>
          <a:fillRef idx="0">
            <a:schemeClr val="accent1"/>
          </a:fillRef>
          <a:effectRef idx="1">
            <a:schemeClr val="accent1"/>
          </a:effectRef>
          <a:fontRef idx="minor">
            <a:schemeClr val="tx1"/>
          </a:fontRef>
        </p:style>
      </p:cxnSp>
      <p:pic>
        <p:nvPicPr>
          <p:cNvPr id="12" name="Grafik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57200" y="4769366"/>
            <a:ext cx="547323" cy="324000"/>
          </a:xfrm>
          <a:prstGeom prst="rect">
            <a:avLst/>
          </a:prstGeom>
        </p:spPr>
      </p:pic>
    </p:spTree>
    <p:extLst>
      <p:ext uri="{BB962C8B-B14F-4D97-AF65-F5344CB8AC3E}">
        <p14:creationId xmlns:p14="http://schemas.microsoft.com/office/powerpoint/2010/main" val="3139106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ild (formatfüllend)">
    <p:spTree>
      <p:nvGrpSpPr>
        <p:cNvPr id="1" name=""/>
        <p:cNvGrpSpPr/>
        <p:nvPr/>
      </p:nvGrpSpPr>
      <p:grpSpPr>
        <a:xfrm>
          <a:off x="0" y="0"/>
          <a:ext cx="0" cy="0"/>
          <a:chOff x="0" y="0"/>
          <a:chExt cx="0" cy="0"/>
        </a:xfrm>
      </p:grpSpPr>
      <p:sp>
        <p:nvSpPr>
          <p:cNvPr id="12" name="Bildplatzhalter 11"/>
          <p:cNvSpPr>
            <a:spLocks noGrp="1"/>
          </p:cNvSpPr>
          <p:nvPr>
            <p:ph type="pic" sz="quarter" idx="15"/>
          </p:nvPr>
        </p:nvSpPr>
        <p:spPr>
          <a:xfrm>
            <a:off x="8468" y="8468"/>
            <a:ext cx="9135532" cy="5135032"/>
          </a:xfrm>
        </p:spPr>
        <p:txBody>
          <a:bodyPr rtlCol="0">
            <a:normAutofit/>
          </a:bodyPr>
          <a:lstStyle/>
          <a:p>
            <a:pPr lvl="0"/>
            <a:r>
              <a:rPr lang="en-US" noProof="0"/>
              <a:t>Click icon to add picture</a:t>
            </a:r>
            <a:endParaRPr lang="de-DE" noProof="0" dirty="0"/>
          </a:p>
        </p:txBody>
      </p:sp>
    </p:spTree>
    <p:extLst>
      <p:ext uri="{BB962C8B-B14F-4D97-AF65-F5344CB8AC3E}">
        <p14:creationId xmlns:p14="http://schemas.microsoft.com/office/powerpoint/2010/main" val="41037985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Vielen Dank!">
    <p:spTree>
      <p:nvGrpSpPr>
        <p:cNvPr id="1" name=""/>
        <p:cNvGrpSpPr/>
        <p:nvPr/>
      </p:nvGrpSpPr>
      <p:grpSpPr>
        <a:xfrm>
          <a:off x="0" y="0"/>
          <a:ext cx="0" cy="0"/>
          <a:chOff x="0" y="0"/>
          <a:chExt cx="0" cy="0"/>
        </a:xfrm>
      </p:grpSpPr>
      <p:pic>
        <p:nvPicPr>
          <p:cNvPr id="4" name="Bild 10"/>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1" y="5093"/>
            <a:ext cx="3428998" cy="1442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Bild 9"/>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648628" y="0"/>
            <a:ext cx="3524250" cy="5157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el 1"/>
          <p:cNvSpPr>
            <a:spLocks noGrp="1"/>
          </p:cNvSpPr>
          <p:nvPr>
            <p:ph type="ctrTitle"/>
          </p:nvPr>
        </p:nvSpPr>
        <p:spPr>
          <a:xfrm>
            <a:off x="365495" y="2078847"/>
            <a:ext cx="7984797" cy="562753"/>
          </a:xfrm>
        </p:spPr>
        <p:txBody>
          <a:bodyPr anchor="t"/>
          <a:lstStyle>
            <a:lvl1pPr>
              <a:defRPr sz="2800">
                <a:solidFill>
                  <a:schemeClr val="tx1"/>
                </a:solidFill>
              </a:defRPr>
            </a:lvl1pPr>
          </a:lstStyle>
          <a:p>
            <a:r>
              <a:rPr lang="en-US"/>
              <a:t>Click to edit Master title style</a:t>
            </a:r>
            <a:endParaRPr lang="de-DE" dirty="0"/>
          </a:p>
        </p:txBody>
      </p:sp>
      <p:sp>
        <p:nvSpPr>
          <p:cNvPr id="18" name="Inhaltsplatzhalter 3"/>
          <p:cNvSpPr>
            <a:spLocks noGrp="1"/>
          </p:cNvSpPr>
          <p:nvPr>
            <p:ph sz="half" idx="2"/>
          </p:nvPr>
        </p:nvSpPr>
        <p:spPr>
          <a:xfrm>
            <a:off x="365495" y="2834640"/>
            <a:ext cx="4672172" cy="1847427"/>
          </a:xfrm>
        </p:spPr>
        <p:txBody>
          <a:bodyPr>
            <a:noAutofit/>
          </a:bodyPr>
          <a:lstStyle>
            <a:lvl1pPr marL="0" indent="0">
              <a:buNone/>
              <a:defRPr sz="1100" baseline="0">
                <a:solidFill>
                  <a:schemeClr val="tx1"/>
                </a:solidFill>
              </a:defRPr>
            </a:lvl1pPr>
            <a:lvl2pPr marL="457200" indent="0">
              <a:buNone/>
              <a:defRPr sz="1100">
                <a:solidFill>
                  <a:schemeClr val="tx1"/>
                </a:solidFill>
              </a:defRPr>
            </a:lvl2pPr>
            <a:lvl3pPr marL="914400" indent="0">
              <a:buNone/>
              <a:defRPr sz="1800"/>
            </a:lvl3pPr>
            <a:lvl4pPr marL="1371600" indent="0">
              <a:buNone/>
              <a:defRPr sz="1600"/>
            </a:lvl4pPr>
            <a:lvl5pPr marL="1828800" indent="0">
              <a:buNone/>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6646492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el und Inhalt mit Untertitel">
    <p:spTree>
      <p:nvGrpSpPr>
        <p:cNvPr id="1" name=""/>
        <p:cNvGrpSpPr/>
        <p:nvPr/>
      </p:nvGrpSpPr>
      <p:grpSpPr>
        <a:xfrm>
          <a:off x="0" y="0"/>
          <a:ext cx="0" cy="0"/>
          <a:chOff x="0" y="0"/>
          <a:chExt cx="0" cy="0"/>
        </a:xfrm>
      </p:grpSpPr>
      <p:sp>
        <p:nvSpPr>
          <p:cNvPr id="2" name="Titel 1"/>
          <p:cNvSpPr>
            <a:spLocks noGrp="1"/>
          </p:cNvSpPr>
          <p:nvPr>
            <p:ph type="title"/>
          </p:nvPr>
        </p:nvSpPr>
        <p:spPr>
          <a:xfrm>
            <a:off x="457200" y="304799"/>
            <a:ext cx="8234363" cy="758825"/>
          </a:xfrm>
          <a:prstGeom prst="rect">
            <a:avLst/>
          </a:prstGeom>
        </p:spPr>
        <p:txBody>
          <a:bodyPr anchor="b"/>
          <a:lstStyle>
            <a:lvl1pPr>
              <a:defRPr>
                <a:solidFill>
                  <a:schemeClr val="tx1"/>
                </a:solidFill>
              </a:defRPr>
            </a:lvl1pPr>
          </a:lstStyle>
          <a:p>
            <a:r>
              <a:rPr lang="de-DE" dirty="0"/>
              <a:t>Titelmasterformat durch Klicken bearbeiten</a:t>
            </a:r>
          </a:p>
        </p:txBody>
      </p:sp>
      <p:sp>
        <p:nvSpPr>
          <p:cNvPr id="3" name="Inhaltsplatzhalter 2"/>
          <p:cNvSpPr>
            <a:spLocks noGrp="1"/>
          </p:cNvSpPr>
          <p:nvPr>
            <p:ph idx="1"/>
          </p:nvPr>
        </p:nvSpPr>
        <p:spPr>
          <a:xfrm>
            <a:off x="457200" y="1617134"/>
            <a:ext cx="8234363" cy="2985558"/>
          </a:xfrm>
          <a:prstGeom prst="rect">
            <a:avLst/>
          </a:prstGeom>
        </p:spPr>
        <p:txBody>
          <a:bodyPr>
            <a:noAutofit/>
          </a:bodyPr>
          <a:lstStyle>
            <a:lvl1pPr marL="269875" indent="-269875">
              <a:buClr>
                <a:srgbClr val="D8413E"/>
              </a:buClr>
              <a:buFont typeface="Symbol" charset="2"/>
              <a:buChar char="-"/>
              <a:defRPr sz="1800">
                <a:solidFill>
                  <a:schemeClr val="tx1"/>
                </a:solidFill>
              </a:defRPr>
            </a:lvl1pPr>
            <a:lvl2pPr marL="714375" indent="-257175">
              <a:buClr>
                <a:srgbClr val="D8413E"/>
              </a:buClr>
              <a:buFont typeface="Symbol" charset="2"/>
              <a:buChar char="-"/>
              <a:defRPr sz="1600">
                <a:solidFill>
                  <a:schemeClr val="tx1"/>
                </a:solidFill>
              </a:defRPr>
            </a:lvl2pPr>
            <a:lvl3pPr marL="1160463" indent="-246063">
              <a:buClr>
                <a:srgbClr val="D8413E"/>
              </a:buClr>
              <a:buFont typeface="Symbol" charset="2"/>
              <a:buChar char="-"/>
              <a:defRPr sz="1600">
                <a:solidFill>
                  <a:schemeClr val="tx1"/>
                </a:solidFill>
              </a:defRPr>
            </a:lvl3pPr>
            <a:lvl4pPr marL="1617663" indent="-246063">
              <a:buClr>
                <a:srgbClr val="D8413E"/>
              </a:buClr>
              <a:buFont typeface="Symbol" charset="2"/>
              <a:buChar char="-"/>
              <a:defRPr sz="1600">
                <a:solidFill>
                  <a:schemeClr val="tx1"/>
                </a:solidFill>
              </a:defRPr>
            </a:lvl4pPr>
            <a:lvl5pPr marL="2063750" indent="-234950">
              <a:buClr>
                <a:srgbClr val="D8413E"/>
              </a:buClr>
              <a:buFont typeface="Symbol" charset="2"/>
              <a:buChar char="-"/>
              <a:defRPr sz="1600">
                <a:solidFill>
                  <a:schemeClr val="tx1"/>
                </a:solidFill>
              </a:defRPr>
            </a:lvl5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8" name="Textplatzhalter 7"/>
          <p:cNvSpPr>
            <a:spLocks noGrp="1"/>
          </p:cNvSpPr>
          <p:nvPr>
            <p:ph type="body" sz="quarter" idx="13"/>
          </p:nvPr>
        </p:nvSpPr>
        <p:spPr>
          <a:xfrm>
            <a:off x="457200" y="1125940"/>
            <a:ext cx="8234363" cy="377740"/>
          </a:xfrm>
          <a:prstGeom prst="rect">
            <a:avLst/>
          </a:prstGeom>
        </p:spPr>
        <p:txBody>
          <a:bodyPr anchor="b">
            <a:noAutofit/>
          </a:bodyPr>
          <a:lstStyle>
            <a:lvl1pPr>
              <a:defRPr sz="1400" cap="all">
                <a:solidFill>
                  <a:schemeClr val="tx1"/>
                </a:solidFill>
              </a:defRPr>
            </a:lvl1pPr>
          </a:lstStyle>
          <a:p>
            <a:pPr lvl="0"/>
            <a:r>
              <a:rPr lang="de-DE"/>
              <a:t>Formatvorlagen des Textmasters bearbeiten</a:t>
            </a:r>
          </a:p>
        </p:txBody>
      </p:sp>
      <p:sp>
        <p:nvSpPr>
          <p:cNvPr id="14" name="Foliennummernplatzhalter 5"/>
          <p:cNvSpPr>
            <a:spLocks noGrp="1"/>
          </p:cNvSpPr>
          <p:nvPr>
            <p:ph type="sldNum" sz="quarter" idx="4"/>
          </p:nvPr>
        </p:nvSpPr>
        <p:spPr>
          <a:xfrm>
            <a:off x="7948613" y="4879075"/>
            <a:ext cx="742950" cy="204716"/>
          </a:xfrm>
          <a:prstGeom prst="rect">
            <a:avLst/>
          </a:prstGeom>
        </p:spPr>
        <p:txBody>
          <a:bodyPr lIns="0" tIns="0" rIns="0" bIns="0" anchor="t" anchorCtr="0"/>
          <a:lstStyle>
            <a:lvl1pPr marL="0" marR="0" indent="0" algn="r" defTabSz="457200" rtl="0" eaLnBrk="1" fontAlgn="base" latinLnBrk="0" hangingPunct="1">
              <a:lnSpc>
                <a:spcPct val="100000"/>
              </a:lnSpc>
              <a:spcBef>
                <a:spcPct val="0"/>
              </a:spcBef>
              <a:spcAft>
                <a:spcPct val="0"/>
              </a:spcAft>
              <a:buClrTx/>
              <a:buSzTx/>
              <a:buFontTx/>
              <a:buNone/>
              <a:tabLst/>
              <a:defRPr/>
            </a:lvl1pPr>
          </a:lstStyle>
          <a:p>
            <a:pPr>
              <a:defRPr/>
            </a:pPr>
            <a:fld id="{248790C2-FB8D-4AD1-BFB1-8D82BB9A4283}" type="slidenum">
              <a:rPr lang="de-DE" altLang="de-DE" sz="1000" smtClean="0">
                <a:solidFill>
                  <a:srgbClr val="D8413E"/>
                </a:solidFill>
                <a:latin typeface="Arial" panose="020B0604020202020204" pitchFamily="34" charset="0"/>
                <a:cs typeface="Arial" panose="020B0604020202020204" pitchFamily="34" charset="0"/>
              </a:rPr>
              <a:pPr>
                <a:defRPr/>
              </a:pPr>
              <a:t>‹#›</a:t>
            </a:fld>
            <a:endParaRPr lang="de-DE" altLang="de-DE" sz="1000" dirty="0">
              <a:solidFill>
                <a:srgbClr val="D8413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19043630"/>
      </p:ext>
    </p:extLst>
  </p:cSld>
  <p:clrMapOvr>
    <a:masterClrMapping/>
  </p:clrMapOvr>
  <p:extLst>
    <p:ext uri="{DCECCB84-F9BA-43D5-87BE-67443E8EF086}">
      <p15:sldGuideLst xmlns:p15="http://schemas.microsoft.com/office/powerpoint/2012/main">
        <p15:guide id="3" orient="horz" pos="316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el und Inhalt ohne Untertitel">
    <p:spTree>
      <p:nvGrpSpPr>
        <p:cNvPr id="1" name=""/>
        <p:cNvGrpSpPr/>
        <p:nvPr/>
      </p:nvGrpSpPr>
      <p:grpSpPr>
        <a:xfrm>
          <a:off x="0" y="0"/>
          <a:ext cx="0" cy="0"/>
          <a:chOff x="0" y="0"/>
          <a:chExt cx="0" cy="0"/>
        </a:xfrm>
      </p:grpSpPr>
      <p:sp>
        <p:nvSpPr>
          <p:cNvPr id="2" name="Titel 1"/>
          <p:cNvSpPr>
            <a:spLocks noGrp="1"/>
          </p:cNvSpPr>
          <p:nvPr>
            <p:ph type="title"/>
          </p:nvPr>
        </p:nvSpPr>
        <p:spPr>
          <a:xfrm>
            <a:off x="457200" y="304799"/>
            <a:ext cx="8234363" cy="758825"/>
          </a:xfrm>
          <a:prstGeom prst="rect">
            <a:avLst/>
          </a:prstGeom>
        </p:spPr>
        <p:txBody>
          <a:bodyPr anchor="b"/>
          <a:lstStyle>
            <a:lvl1pPr>
              <a:defRPr>
                <a:solidFill>
                  <a:schemeClr val="tx1"/>
                </a:solidFill>
              </a:defRPr>
            </a:lvl1pPr>
          </a:lstStyle>
          <a:p>
            <a:r>
              <a:rPr lang="de-DE" dirty="0"/>
              <a:t>Titelmasterformat durch Klicken bearbeiten</a:t>
            </a:r>
          </a:p>
        </p:txBody>
      </p:sp>
      <p:sp>
        <p:nvSpPr>
          <p:cNvPr id="3" name="Inhaltsplatzhalter 2"/>
          <p:cNvSpPr>
            <a:spLocks noGrp="1"/>
          </p:cNvSpPr>
          <p:nvPr>
            <p:ph idx="1"/>
          </p:nvPr>
        </p:nvSpPr>
        <p:spPr>
          <a:xfrm>
            <a:off x="457200" y="1223492"/>
            <a:ext cx="8234363" cy="3379199"/>
          </a:xfrm>
          <a:prstGeom prst="rect">
            <a:avLst/>
          </a:prstGeom>
        </p:spPr>
        <p:txBody>
          <a:bodyPr>
            <a:noAutofit/>
          </a:bodyPr>
          <a:lstStyle>
            <a:lvl1pPr marL="269875" indent="-269875">
              <a:buClr>
                <a:srgbClr val="D8413E"/>
              </a:buClr>
              <a:buFont typeface="Symbol" charset="2"/>
              <a:buChar char="-"/>
              <a:defRPr sz="1800">
                <a:solidFill>
                  <a:schemeClr val="tx1"/>
                </a:solidFill>
              </a:defRPr>
            </a:lvl1pPr>
            <a:lvl2pPr marL="714375" indent="-257175">
              <a:buClr>
                <a:srgbClr val="D8413E"/>
              </a:buClr>
              <a:buFont typeface="Symbol" charset="2"/>
              <a:buChar char="-"/>
              <a:defRPr sz="1600">
                <a:solidFill>
                  <a:schemeClr val="tx1"/>
                </a:solidFill>
              </a:defRPr>
            </a:lvl2pPr>
            <a:lvl3pPr marL="1160463" indent="-246063">
              <a:buClr>
                <a:srgbClr val="D8413E"/>
              </a:buClr>
              <a:buFont typeface="Symbol" charset="2"/>
              <a:buChar char="-"/>
              <a:defRPr sz="1600">
                <a:solidFill>
                  <a:schemeClr val="tx1"/>
                </a:solidFill>
              </a:defRPr>
            </a:lvl3pPr>
            <a:lvl4pPr marL="1617663" indent="-246063">
              <a:buClr>
                <a:srgbClr val="D8413E"/>
              </a:buClr>
              <a:buFont typeface="Symbol" charset="2"/>
              <a:buChar char="-"/>
              <a:defRPr sz="1600">
                <a:solidFill>
                  <a:schemeClr val="tx1"/>
                </a:solidFill>
              </a:defRPr>
            </a:lvl4pPr>
            <a:lvl5pPr marL="2063750" indent="-234950">
              <a:buClr>
                <a:srgbClr val="D8413E"/>
              </a:buClr>
              <a:buFont typeface="Symbol" charset="2"/>
              <a:buChar char="-"/>
              <a:defRPr sz="1600">
                <a:solidFill>
                  <a:schemeClr val="tx1"/>
                </a:solidFill>
              </a:defRPr>
            </a:lvl5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6" name="Foliennummernplatzhalter 5"/>
          <p:cNvSpPr>
            <a:spLocks noGrp="1"/>
          </p:cNvSpPr>
          <p:nvPr>
            <p:ph type="sldNum" sz="quarter" idx="4"/>
          </p:nvPr>
        </p:nvSpPr>
        <p:spPr>
          <a:xfrm>
            <a:off x="7948613" y="4879075"/>
            <a:ext cx="742950" cy="204716"/>
          </a:xfrm>
          <a:prstGeom prst="rect">
            <a:avLst/>
          </a:prstGeom>
        </p:spPr>
        <p:txBody>
          <a:bodyPr lIns="0" tIns="0" rIns="0" bIns="0" anchor="t" anchorCtr="0"/>
          <a:lstStyle>
            <a:lvl1pPr marL="0" marR="0" indent="0" algn="r" defTabSz="457200" rtl="0" eaLnBrk="1" fontAlgn="base" latinLnBrk="0" hangingPunct="1">
              <a:lnSpc>
                <a:spcPct val="100000"/>
              </a:lnSpc>
              <a:spcBef>
                <a:spcPct val="0"/>
              </a:spcBef>
              <a:spcAft>
                <a:spcPct val="0"/>
              </a:spcAft>
              <a:buClrTx/>
              <a:buSzTx/>
              <a:buFontTx/>
              <a:buNone/>
              <a:tabLst/>
              <a:defRPr/>
            </a:lvl1pPr>
          </a:lstStyle>
          <a:p>
            <a:pPr>
              <a:defRPr/>
            </a:pPr>
            <a:fld id="{AFCF9BA9-AB08-46E1-A235-3AC71B2FE2C1}" type="slidenum">
              <a:rPr lang="de-DE" altLang="de-DE" sz="1000" smtClean="0">
                <a:solidFill>
                  <a:srgbClr val="D8413E"/>
                </a:solidFill>
                <a:latin typeface="Arial" panose="020B0604020202020204" pitchFamily="34" charset="0"/>
                <a:cs typeface="Arial" panose="020B0604020202020204" pitchFamily="34" charset="0"/>
              </a:rPr>
              <a:pPr>
                <a:defRPr/>
              </a:pPr>
              <a:t>‹#›</a:t>
            </a:fld>
            <a:endParaRPr lang="de-DE" altLang="de-DE" sz="1000" dirty="0">
              <a:solidFill>
                <a:srgbClr val="D8413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6923296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el und Inhalt - 2 Blöcke">
    <p:spTree>
      <p:nvGrpSpPr>
        <p:cNvPr id="1" name=""/>
        <p:cNvGrpSpPr/>
        <p:nvPr/>
      </p:nvGrpSpPr>
      <p:grpSpPr>
        <a:xfrm>
          <a:off x="0" y="0"/>
          <a:ext cx="0" cy="0"/>
          <a:chOff x="0" y="0"/>
          <a:chExt cx="0" cy="0"/>
        </a:xfrm>
      </p:grpSpPr>
      <p:sp>
        <p:nvSpPr>
          <p:cNvPr id="2" name="Titel 1"/>
          <p:cNvSpPr>
            <a:spLocks noGrp="1"/>
          </p:cNvSpPr>
          <p:nvPr>
            <p:ph type="title"/>
          </p:nvPr>
        </p:nvSpPr>
        <p:spPr>
          <a:xfrm>
            <a:off x="457200" y="304797"/>
            <a:ext cx="8229600" cy="758827"/>
          </a:xfrm>
          <a:prstGeom prst="rect">
            <a:avLst/>
          </a:prstGeom>
        </p:spPr>
        <p:txBody>
          <a:bodyPr anchor="b"/>
          <a:lstStyle>
            <a:lvl1pPr>
              <a:defRPr>
                <a:solidFill>
                  <a:schemeClr val="tx1"/>
                </a:solidFill>
              </a:defRPr>
            </a:lvl1pPr>
          </a:lstStyle>
          <a:p>
            <a:r>
              <a:rPr lang="de-DE"/>
              <a:t>Titelmasterformat durch Klicken bearbeiten</a:t>
            </a:r>
            <a:endParaRPr lang="de-DE" dirty="0"/>
          </a:p>
        </p:txBody>
      </p:sp>
      <p:sp>
        <p:nvSpPr>
          <p:cNvPr id="3" name="Inhaltsplatzhalter 2"/>
          <p:cNvSpPr>
            <a:spLocks noGrp="1"/>
          </p:cNvSpPr>
          <p:nvPr>
            <p:ph idx="1"/>
          </p:nvPr>
        </p:nvSpPr>
        <p:spPr>
          <a:xfrm>
            <a:off x="457200" y="1617133"/>
            <a:ext cx="3952240" cy="2977092"/>
          </a:xfrm>
          <a:prstGeom prst="rect">
            <a:avLst/>
          </a:prstGeom>
        </p:spPr>
        <p:txBody>
          <a:bodyPr>
            <a:noAutofit/>
          </a:bodyPr>
          <a:lstStyle>
            <a:lvl1pPr marL="269875" indent="-269875">
              <a:buClr>
                <a:srgbClr val="D8413E"/>
              </a:buClr>
              <a:buFont typeface="Symbol" charset="2"/>
              <a:buChar char="-"/>
              <a:defRPr sz="1800">
                <a:solidFill>
                  <a:schemeClr val="tx1"/>
                </a:solidFill>
              </a:defRPr>
            </a:lvl1pPr>
            <a:lvl2pPr marL="714375" indent="-257175">
              <a:buClr>
                <a:srgbClr val="D8413E"/>
              </a:buClr>
              <a:buFont typeface="Symbol" charset="2"/>
              <a:buChar char="-"/>
              <a:defRPr sz="1600">
                <a:solidFill>
                  <a:schemeClr val="tx1"/>
                </a:solidFill>
              </a:defRPr>
            </a:lvl2pPr>
            <a:lvl3pPr marL="1160463" indent="-246063">
              <a:buClr>
                <a:srgbClr val="D8413E"/>
              </a:buClr>
              <a:buFont typeface="Symbol" charset="2"/>
              <a:buChar char="-"/>
              <a:defRPr sz="1600">
                <a:solidFill>
                  <a:schemeClr val="tx1"/>
                </a:solidFill>
              </a:defRPr>
            </a:lvl3pPr>
            <a:lvl4pPr marL="1617663" indent="-246063">
              <a:buClr>
                <a:srgbClr val="D8413E"/>
              </a:buClr>
              <a:buFont typeface="Symbol" charset="2"/>
              <a:buChar char="-"/>
              <a:defRPr sz="1600">
                <a:solidFill>
                  <a:schemeClr val="tx1"/>
                </a:solidFill>
              </a:defRPr>
            </a:lvl4pPr>
            <a:lvl5pPr marL="2000250" indent="-171450">
              <a:buClr>
                <a:srgbClr val="D8413E"/>
              </a:buClr>
              <a:buFont typeface="Symbol" charset="2"/>
              <a:buChar char="-"/>
              <a:defRPr sz="1600">
                <a:solidFill>
                  <a:schemeClr val="tx1"/>
                </a:solidFill>
              </a:defRPr>
            </a:lvl5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8" name="Textplatzhalter 7"/>
          <p:cNvSpPr>
            <a:spLocks noGrp="1"/>
          </p:cNvSpPr>
          <p:nvPr>
            <p:ph type="body" sz="quarter" idx="13"/>
          </p:nvPr>
        </p:nvSpPr>
        <p:spPr>
          <a:xfrm>
            <a:off x="457200" y="1139588"/>
            <a:ext cx="8229600" cy="364092"/>
          </a:xfrm>
          <a:prstGeom prst="rect">
            <a:avLst/>
          </a:prstGeom>
        </p:spPr>
        <p:txBody>
          <a:bodyPr anchor="b">
            <a:noAutofit/>
          </a:bodyPr>
          <a:lstStyle>
            <a:lvl1pPr>
              <a:defRPr sz="1400" cap="all">
                <a:solidFill>
                  <a:schemeClr val="tx1"/>
                </a:solidFill>
              </a:defRPr>
            </a:lvl1pPr>
          </a:lstStyle>
          <a:p>
            <a:pPr lvl="0"/>
            <a:r>
              <a:rPr lang="de-DE"/>
              <a:t>Formatvorlagen des Textmasters bearbeiten</a:t>
            </a:r>
          </a:p>
        </p:txBody>
      </p:sp>
      <p:sp>
        <p:nvSpPr>
          <p:cNvPr id="9" name="Inhaltsplatzhalter 2"/>
          <p:cNvSpPr>
            <a:spLocks noGrp="1"/>
          </p:cNvSpPr>
          <p:nvPr>
            <p:ph idx="14"/>
          </p:nvPr>
        </p:nvSpPr>
        <p:spPr>
          <a:xfrm>
            <a:off x="4724400" y="1617133"/>
            <a:ext cx="3962400" cy="2977092"/>
          </a:xfrm>
          <a:prstGeom prst="rect">
            <a:avLst/>
          </a:prstGeom>
        </p:spPr>
        <p:txBody>
          <a:bodyPr>
            <a:noAutofit/>
          </a:bodyPr>
          <a:lstStyle>
            <a:lvl1pPr marL="269875" indent="-269875">
              <a:buClr>
                <a:srgbClr val="D8413E"/>
              </a:buClr>
              <a:buFont typeface="Symbol" charset="2"/>
              <a:buChar char="-"/>
              <a:defRPr sz="1800">
                <a:solidFill>
                  <a:schemeClr val="tx1"/>
                </a:solidFill>
              </a:defRPr>
            </a:lvl1pPr>
            <a:lvl2pPr marL="714375" indent="-257175">
              <a:buClr>
                <a:srgbClr val="D8413E"/>
              </a:buClr>
              <a:buFont typeface="Symbol" charset="2"/>
              <a:buChar char="-"/>
              <a:defRPr sz="1600">
                <a:solidFill>
                  <a:schemeClr val="tx1"/>
                </a:solidFill>
              </a:defRPr>
            </a:lvl2pPr>
            <a:lvl3pPr marL="1160463" indent="-246063">
              <a:buClr>
                <a:srgbClr val="D8413E"/>
              </a:buClr>
              <a:buFont typeface="Symbol" charset="2"/>
              <a:buChar char="-"/>
              <a:defRPr sz="1600">
                <a:solidFill>
                  <a:schemeClr val="tx1"/>
                </a:solidFill>
              </a:defRPr>
            </a:lvl3pPr>
            <a:lvl4pPr marL="1617663" indent="-246063">
              <a:buClr>
                <a:srgbClr val="D8413E"/>
              </a:buClr>
              <a:buFont typeface="Symbol" charset="2"/>
              <a:buChar char="-"/>
              <a:defRPr sz="1600">
                <a:solidFill>
                  <a:schemeClr val="tx1"/>
                </a:solidFill>
              </a:defRPr>
            </a:lvl4pPr>
            <a:lvl5pPr marL="2000250" indent="-171450">
              <a:buClr>
                <a:srgbClr val="D8413E"/>
              </a:buClr>
              <a:buFont typeface="Symbol" charset="2"/>
              <a:buChar char="-"/>
              <a:defRPr sz="1600">
                <a:solidFill>
                  <a:schemeClr val="tx1"/>
                </a:solidFill>
              </a:defRPr>
            </a:lvl5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1" name="Foliennummernplatzhalter 5"/>
          <p:cNvSpPr>
            <a:spLocks noGrp="1"/>
          </p:cNvSpPr>
          <p:nvPr>
            <p:ph type="sldNum" sz="quarter" idx="4"/>
          </p:nvPr>
        </p:nvSpPr>
        <p:spPr>
          <a:xfrm>
            <a:off x="7948613" y="4879075"/>
            <a:ext cx="742950" cy="204716"/>
          </a:xfrm>
          <a:prstGeom prst="rect">
            <a:avLst/>
          </a:prstGeom>
        </p:spPr>
        <p:txBody>
          <a:bodyPr lIns="0" tIns="0" rIns="0" bIns="0" anchor="t" anchorCtr="0"/>
          <a:lstStyle>
            <a:lvl1pPr marL="0" marR="0" indent="0" algn="r" defTabSz="457200" rtl="0" eaLnBrk="1" fontAlgn="base" latinLnBrk="0" hangingPunct="1">
              <a:lnSpc>
                <a:spcPct val="100000"/>
              </a:lnSpc>
              <a:spcBef>
                <a:spcPct val="0"/>
              </a:spcBef>
              <a:spcAft>
                <a:spcPct val="0"/>
              </a:spcAft>
              <a:buClrTx/>
              <a:buSzTx/>
              <a:buFontTx/>
              <a:buNone/>
              <a:tabLst/>
              <a:defRPr/>
            </a:lvl1pPr>
          </a:lstStyle>
          <a:p>
            <a:pPr>
              <a:defRPr/>
            </a:pPr>
            <a:fld id="{E6F2A070-8A77-484A-BFE7-6B1E5C215647}" type="slidenum">
              <a:rPr lang="de-DE" altLang="de-DE" sz="1000" smtClean="0">
                <a:solidFill>
                  <a:srgbClr val="D8413E"/>
                </a:solidFill>
                <a:latin typeface="Arial" panose="020B0604020202020204" pitchFamily="34" charset="0"/>
                <a:cs typeface="Arial" panose="020B0604020202020204" pitchFamily="34" charset="0"/>
              </a:rPr>
              <a:pPr>
                <a:defRPr/>
              </a:pPr>
              <a:t>‹#›</a:t>
            </a:fld>
            <a:endParaRPr lang="de-DE" altLang="de-DE" sz="1000" dirty="0">
              <a:solidFill>
                <a:srgbClr val="D8413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67953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ild mit Bildunterschrift">
    <p:spTree>
      <p:nvGrpSpPr>
        <p:cNvPr id="1" name=""/>
        <p:cNvGrpSpPr/>
        <p:nvPr/>
      </p:nvGrpSpPr>
      <p:grpSpPr>
        <a:xfrm>
          <a:off x="0" y="0"/>
          <a:ext cx="0" cy="0"/>
          <a:chOff x="0" y="0"/>
          <a:chExt cx="0" cy="0"/>
        </a:xfrm>
      </p:grpSpPr>
      <p:sp>
        <p:nvSpPr>
          <p:cNvPr id="2" name="Titel 1"/>
          <p:cNvSpPr>
            <a:spLocks noGrp="1"/>
          </p:cNvSpPr>
          <p:nvPr>
            <p:ph type="title"/>
          </p:nvPr>
        </p:nvSpPr>
        <p:spPr>
          <a:xfrm>
            <a:off x="457200" y="304797"/>
            <a:ext cx="8229600" cy="758827"/>
          </a:xfrm>
          <a:prstGeom prst="rect">
            <a:avLst/>
          </a:prstGeom>
        </p:spPr>
        <p:txBody>
          <a:bodyPr anchor="b"/>
          <a:lstStyle>
            <a:lvl1pPr>
              <a:defRPr>
                <a:solidFill>
                  <a:schemeClr val="tx1"/>
                </a:solidFill>
              </a:defRPr>
            </a:lvl1pPr>
          </a:lstStyle>
          <a:p>
            <a:r>
              <a:rPr lang="de-DE"/>
              <a:t>Titelmasterformat durch Klicken bearbeiten</a:t>
            </a:r>
            <a:endParaRPr lang="de-DE" dirty="0"/>
          </a:p>
        </p:txBody>
      </p:sp>
      <p:sp>
        <p:nvSpPr>
          <p:cNvPr id="12" name="Bildplatzhalter 11"/>
          <p:cNvSpPr>
            <a:spLocks noGrp="1"/>
          </p:cNvSpPr>
          <p:nvPr>
            <p:ph type="pic" sz="quarter" idx="16"/>
          </p:nvPr>
        </p:nvSpPr>
        <p:spPr>
          <a:xfrm>
            <a:off x="457200" y="1243691"/>
            <a:ext cx="8229600" cy="3057375"/>
          </a:xfrm>
          <a:prstGeom prst="rect">
            <a:avLst/>
          </a:prstGeom>
        </p:spPr>
        <p:txBody>
          <a:bodyPr rtlCol="0">
            <a:noAutofit/>
          </a:bodyPr>
          <a:lstStyle>
            <a:lvl1pPr>
              <a:defRPr>
                <a:solidFill>
                  <a:srgbClr val="262A31"/>
                </a:solidFill>
              </a:defRPr>
            </a:lvl1pPr>
          </a:lstStyle>
          <a:p>
            <a:pPr lvl="0"/>
            <a:r>
              <a:rPr lang="de-DE" noProof="0" dirty="0"/>
              <a:t>Bild durch Klicken auf Symbol hinzufügen</a:t>
            </a:r>
          </a:p>
        </p:txBody>
      </p:sp>
      <p:sp>
        <p:nvSpPr>
          <p:cNvPr id="14" name="Inhaltsplatzhalter 2"/>
          <p:cNvSpPr>
            <a:spLocks noGrp="1"/>
          </p:cNvSpPr>
          <p:nvPr>
            <p:ph idx="1"/>
          </p:nvPr>
        </p:nvSpPr>
        <p:spPr>
          <a:xfrm>
            <a:off x="457200" y="4368811"/>
            <a:ext cx="8229600" cy="330196"/>
          </a:xfrm>
          <a:prstGeom prst="rect">
            <a:avLst/>
          </a:prstGeom>
        </p:spPr>
        <p:txBody>
          <a:bodyPr>
            <a:normAutofit/>
          </a:bodyPr>
          <a:lstStyle>
            <a:lvl1pPr marL="0" indent="0">
              <a:buClr>
                <a:srgbClr val="D8413E"/>
              </a:buClr>
              <a:buFont typeface="Symbol" charset="2"/>
              <a:buNone/>
              <a:defRPr sz="1000">
                <a:solidFill>
                  <a:schemeClr val="tx1">
                    <a:lumMod val="50000"/>
                    <a:lumOff val="50000"/>
                  </a:schemeClr>
                </a:solidFill>
              </a:defRPr>
            </a:lvl1pPr>
            <a:lvl2pPr marL="628650" indent="-171450">
              <a:buClr>
                <a:srgbClr val="D8413E"/>
              </a:buClr>
              <a:buFont typeface="Symbol" charset="2"/>
              <a:buChar char="-"/>
              <a:defRPr sz="1200"/>
            </a:lvl2pPr>
            <a:lvl3pPr marL="1085850" indent="-171450">
              <a:buClr>
                <a:srgbClr val="D8413E"/>
              </a:buClr>
              <a:buFont typeface="Symbol" charset="2"/>
              <a:buChar char="-"/>
              <a:defRPr sz="1200"/>
            </a:lvl3pPr>
            <a:lvl4pPr marL="1543050" indent="-171450">
              <a:buClr>
                <a:srgbClr val="D8413E"/>
              </a:buClr>
              <a:buFont typeface="Symbol" charset="2"/>
              <a:buChar char="-"/>
              <a:defRPr sz="1200"/>
            </a:lvl4pPr>
            <a:lvl5pPr marL="2000250" indent="-171450">
              <a:buClr>
                <a:srgbClr val="D8413E"/>
              </a:buClr>
              <a:buFont typeface="Symbol" charset="2"/>
              <a:buChar char="-"/>
              <a:defRPr sz="1200"/>
            </a:lvl5pPr>
          </a:lstStyle>
          <a:p>
            <a:pPr lvl="0"/>
            <a:r>
              <a:rPr lang="de-DE"/>
              <a:t>Formatvorlagen des Textmasters bearbeiten</a:t>
            </a:r>
          </a:p>
        </p:txBody>
      </p:sp>
      <p:sp>
        <p:nvSpPr>
          <p:cNvPr id="8" name="Foliennummernplatzhalter 5"/>
          <p:cNvSpPr>
            <a:spLocks noGrp="1"/>
          </p:cNvSpPr>
          <p:nvPr>
            <p:ph type="sldNum" sz="quarter" idx="4"/>
          </p:nvPr>
        </p:nvSpPr>
        <p:spPr>
          <a:xfrm>
            <a:off x="7948613" y="4879075"/>
            <a:ext cx="742950" cy="204716"/>
          </a:xfrm>
          <a:prstGeom prst="rect">
            <a:avLst/>
          </a:prstGeom>
        </p:spPr>
        <p:txBody>
          <a:bodyPr lIns="0" tIns="0" rIns="0" bIns="0" anchor="t" anchorCtr="0"/>
          <a:lstStyle>
            <a:lvl1pPr marL="0" marR="0" indent="0" algn="r" defTabSz="457200" rtl="0" eaLnBrk="1" fontAlgn="base" latinLnBrk="0" hangingPunct="1">
              <a:lnSpc>
                <a:spcPct val="100000"/>
              </a:lnSpc>
              <a:spcBef>
                <a:spcPct val="0"/>
              </a:spcBef>
              <a:spcAft>
                <a:spcPct val="0"/>
              </a:spcAft>
              <a:buClrTx/>
              <a:buSzTx/>
              <a:buFontTx/>
              <a:buNone/>
              <a:tabLst/>
              <a:defRPr/>
            </a:lvl1pPr>
          </a:lstStyle>
          <a:p>
            <a:pPr>
              <a:defRPr/>
            </a:pPr>
            <a:fld id="{43582BE0-97CE-412F-80F1-16DC6BED1781}" type="slidenum">
              <a:rPr lang="de-DE" altLang="de-DE" sz="1000" smtClean="0">
                <a:solidFill>
                  <a:srgbClr val="D8413E"/>
                </a:solidFill>
                <a:latin typeface="Arial" panose="020B0604020202020204" pitchFamily="34" charset="0"/>
                <a:cs typeface="Arial" panose="020B0604020202020204" pitchFamily="34" charset="0"/>
              </a:rPr>
              <a:pPr>
                <a:defRPr/>
              </a:pPr>
              <a:t>‹#›</a:t>
            </a:fld>
            <a:endParaRPr lang="de-DE" altLang="de-DE" sz="1000" dirty="0">
              <a:solidFill>
                <a:srgbClr val="D8413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92544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elle">
    <p:spTree>
      <p:nvGrpSpPr>
        <p:cNvPr id="1" name=""/>
        <p:cNvGrpSpPr/>
        <p:nvPr/>
      </p:nvGrpSpPr>
      <p:grpSpPr>
        <a:xfrm>
          <a:off x="0" y="0"/>
          <a:ext cx="0" cy="0"/>
          <a:chOff x="0" y="0"/>
          <a:chExt cx="0" cy="0"/>
        </a:xfrm>
      </p:grpSpPr>
      <p:sp>
        <p:nvSpPr>
          <p:cNvPr id="7" name="Titel 1"/>
          <p:cNvSpPr>
            <a:spLocks noGrp="1"/>
          </p:cNvSpPr>
          <p:nvPr>
            <p:ph type="title"/>
          </p:nvPr>
        </p:nvSpPr>
        <p:spPr>
          <a:xfrm>
            <a:off x="457200" y="304797"/>
            <a:ext cx="8229600" cy="758827"/>
          </a:xfrm>
          <a:prstGeom prst="rect">
            <a:avLst/>
          </a:prstGeom>
        </p:spPr>
        <p:txBody>
          <a:bodyPr anchor="b"/>
          <a:lstStyle>
            <a:lvl1pPr>
              <a:defRPr>
                <a:solidFill>
                  <a:schemeClr val="tx1"/>
                </a:solidFill>
              </a:defRPr>
            </a:lvl1pPr>
          </a:lstStyle>
          <a:p>
            <a:r>
              <a:rPr lang="de-DE"/>
              <a:t>Titelmasterformat durch Klicken bearbeiten</a:t>
            </a:r>
            <a:endParaRPr lang="de-DE" dirty="0"/>
          </a:p>
        </p:txBody>
      </p:sp>
      <p:sp>
        <p:nvSpPr>
          <p:cNvPr id="9" name="Inhaltsplatzhalter 2"/>
          <p:cNvSpPr>
            <a:spLocks noGrp="1"/>
          </p:cNvSpPr>
          <p:nvPr>
            <p:ph idx="1"/>
          </p:nvPr>
        </p:nvSpPr>
        <p:spPr>
          <a:xfrm>
            <a:off x="457200" y="4368811"/>
            <a:ext cx="8229600" cy="330196"/>
          </a:xfrm>
          <a:prstGeom prst="rect">
            <a:avLst/>
          </a:prstGeom>
        </p:spPr>
        <p:txBody>
          <a:bodyPr>
            <a:noAutofit/>
          </a:bodyPr>
          <a:lstStyle>
            <a:lvl1pPr marL="0" indent="0">
              <a:buClr>
                <a:srgbClr val="D8413E"/>
              </a:buClr>
              <a:buFont typeface="Symbol" charset="2"/>
              <a:buNone/>
              <a:defRPr sz="1000">
                <a:solidFill>
                  <a:schemeClr val="tx1">
                    <a:lumMod val="50000"/>
                    <a:lumOff val="50000"/>
                  </a:schemeClr>
                </a:solidFill>
              </a:defRPr>
            </a:lvl1pPr>
            <a:lvl2pPr marL="628650" indent="-171450">
              <a:buClr>
                <a:srgbClr val="D8413E"/>
              </a:buClr>
              <a:buFont typeface="Symbol" charset="2"/>
              <a:buChar char="-"/>
              <a:defRPr sz="1200"/>
            </a:lvl2pPr>
            <a:lvl3pPr marL="1085850" indent="-171450">
              <a:buClr>
                <a:srgbClr val="D8413E"/>
              </a:buClr>
              <a:buFont typeface="Symbol" charset="2"/>
              <a:buChar char="-"/>
              <a:defRPr sz="1200"/>
            </a:lvl3pPr>
            <a:lvl4pPr marL="1543050" indent="-171450">
              <a:buClr>
                <a:srgbClr val="D8413E"/>
              </a:buClr>
              <a:buFont typeface="Symbol" charset="2"/>
              <a:buChar char="-"/>
              <a:defRPr sz="1200"/>
            </a:lvl4pPr>
            <a:lvl5pPr marL="2000250" indent="-171450">
              <a:buClr>
                <a:srgbClr val="D8413E"/>
              </a:buClr>
              <a:buFont typeface="Symbol" charset="2"/>
              <a:buChar char="-"/>
              <a:defRPr sz="1200"/>
            </a:lvl5pPr>
          </a:lstStyle>
          <a:p>
            <a:pPr lvl="0"/>
            <a:r>
              <a:rPr lang="de-DE"/>
              <a:t>Formatvorlagen des Textmasters bearbeiten</a:t>
            </a:r>
          </a:p>
        </p:txBody>
      </p:sp>
      <p:sp>
        <p:nvSpPr>
          <p:cNvPr id="11" name="Tabellenplatzhalter 10"/>
          <p:cNvSpPr>
            <a:spLocks noGrp="1"/>
          </p:cNvSpPr>
          <p:nvPr>
            <p:ph type="tbl" sz="quarter" idx="16"/>
          </p:nvPr>
        </p:nvSpPr>
        <p:spPr>
          <a:xfrm>
            <a:off x="457200" y="1597677"/>
            <a:ext cx="8234363" cy="2692930"/>
          </a:xfrm>
          <a:prstGeom prst="rect">
            <a:avLst/>
          </a:prstGeom>
        </p:spPr>
        <p:txBody>
          <a:bodyPr>
            <a:noAutofit/>
          </a:bodyPr>
          <a:lstStyle/>
          <a:p>
            <a:pPr lvl="0"/>
            <a:r>
              <a:rPr lang="de-DE" noProof="0"/>
              <a:t>Tabelle durch Klicken auf Symbol hinzufügen</a:t>
            </a:r>
          </a:p>
        </p:txBody>
      </p:sp>
      <p:sp>
        <p:nvSpPr>
          <p:cNvPr id="12" name="Textplatzhalter 7"/>
          <p:cNvSpPr>
            <a:spLocks noGrp="1"/>
          </p:cNvSpPr>
          <p:nvPr>
            <p:ph type="body" sz="quarter" idx="13"/>
          </p:nvPr>
        </p:nvSpPr>
        <p:spPr>
          <a:xfrm>
            <a:off x="457200" y="1141828"/>
            <a:ext cx="8229600" cy="361852"/>
          </a:xfrm>
          <a:prstGeom prst="rect">
            <a:avLst/>
          </a:prstGeom>
        </p:spPr>
        <p:txBody>
          <a:bodyPr anchor="b">
            <a:noAutofit/>
          </a:bodyPr>
          <a:lstStyle>
            <a:lvl1pPr>
              <a:defRPr sz="1400" cap="all">
                <a:solidFill>
                  <a:schemeClr val="tx1"/>
                </a:solidFill>
              </a:defRPr>
            </a:lvl1pPr>
          </a:lstStyle>
          <a:p>
            <a:pPr lvl="0"/>
            <a:r>
              <a:rPr lang="de-DE"/>
              <a:t>Formatvorlagen des Textmasters bearbeiten</a:t>
            </a:r>
          </a:p>
        </p:txBody>
      </p:sp>
      <p:sp>
        <p:nvSpPr>
          <p:cNvPr id="10" name="Foliennummernplatzhalter 5"/>
          <p:cNvSpPr>
            <a:spLocks noGrp="1"/>
          </p:cNvSpPr>
          <p:nvPr>
            <p:ph type="sldNum" sz="quarter" idx="4"/>
          </p:nvPr>
        </p:nvSpPr>
        <p:spPr>
          <a:xfrm>
            <a:off x="7948613" y="4879075"/>
            <a:ext cx="742950" cy="204716"/>
          </a:xfrm>
          <a:prstGeom prst="rect">
            <a:avLst/>
          </a:prstGeom>
        </p:spPr>
        <p:txBody>
          <a:bodyPr lIns="0" tIns="0" rIns="0" bIns="0" anchor="t" anchorCtr="0"/>
          <a:lstStyle>
            <a:lvl1pPr marL="0" marR="0" indent="0" algn="r" defTabSz="457200" rtl="0" eaLnBrk="1" fontAlgn="base" latinLnBrk="0" hangingPunct="1">
              <a:lnSpc>
                <a:spcPct val="100000"/>
              </a:lnSpc>
              <a:spcBef>
                <a:spcPct val="0"/>
              </a:spcBef>
              <a:spcAft>
                <a:spcPct val="0"/>
              </a:spcAft>
              <a:buClrTx/>
              <a:buSzTx/>
              <a:buFontTx/>
              <a:buNone/>
              <a:tabLst/>
              <a:defRPr/>
            </a:lvl1pPr>
          </a:lstStyle>
          <a:p>
            <a:pPr>
              <a:defRPr/>
            </a:pPr>
            <a:fld id="{A0321171-B06E-4659-9CF5-7D6E520FDC11}" type="slidenum">
              <a:rPr lang="de-DE" altLang="de-DE" sz="1000" smtClean="0">
                <a:solidFill>
                  <a:srgbClr val="D8413E"/>
                </a:solidFill>
                <a:latin typeface="Arial" panose="020B0604020202020204" pitchFamily="34" charset="0"/>
                <a:cs typeface="Arial" panose="020B0604020202020204" pitchFamily="34" charset="0"/>
              </a:rPr>
              <a:pPr>
                <a:defRPr/>
              </a:pPr>
              <a:t>‹#›</a:t>
            </a:fld>
            <a:endParaRPr lang="de-DE" altLang="de-DE" sz="1000" dirty="0">
              <a:solidFill>
                <a:srgbClr val="D8413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718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 Diagramm">
    <p:spTree>
      <p:nvGrpSpPr>
        <p:cNvPr id="1" name=""/>
        <p:cNvGrpSpPr/>
        <p:nvPr/>
      </p:nvGrpSpPr>
      <p:grpSpPr>
        <a:xfrm>
          <a:off x="0" y="0"/>
          <a:ext cx="0" cy="0"/>
          <a:chOff x="0" y="0"/>
          <a:chExt cx="0" cy="0"/>
        </a:xfrm>
      </p:grpSpPr>
      <p:sp>
        <p:nvSpPr>
          <p:cNvPr id="2" name="Titel 1"/>
          <p:cNvSpPr>
            <a:spLocks noGrp="1"/>
          </p:cNvSpPr>
          <p:nvPr>
            <p:ph type="title"/>
          </p:nvPr>
        </p:nvSpPr>
        <p:spPr>
          <a:xfrm>
            <a:off x="457200" y="304797"/>
            <a:ext cx="8229600" cy="758827"/>
          </a:xfrm>
          <a:prstGeom prst="rect">
            <a:avLst/>
          </a:prstGeom>
        </p:spPr>
        <p:txBody>
          <a:bodyPr anchor="b"/>
          <a:lstStyle>
            <a:lvl1pPr>
              <a:defRPr>
                <a:solidFill>
                  <a:schemeClr val="tx1"/>
                </a:solidFill>
              </a:defRPr>
            </a:lvl1pPr>
          </a:lstStyle>
          <a:p>
            <a:r>
              <a:rPr lang="de-DE"/>
              <a:t>Titelmasterformat durch Klicken bearbeiten</a:t>
            </a:r>
            <a:endParaRPr lang="de-DE" dirty="0"/>
          </a:p>
        </p:txBody>
      </p:sp>
      <p:sp>
        <p:nvSpPr>
          <p:cNvPr id="3" name="Inhaltsplatzhalter 2"/>
          <p:cNvSpPr>
            <a:spLocks noGrp="1"/>
          </p:cNvSpPr>
          <p:nvPr>
            <p:ph idx="1"/>
          </p:nvPr>
        </p:nvSpPr>
        <p:spPr>
          <a:xfrm>
            <a:off x="457200" y="4368811"/>
            <a:ext cx="8229600" cy="330196"/>
          </a:xfrm>
          <a:prstGeom prst="rect">
            <a:avLst/>
          </a:prstGeom>
        </p:spPr>
        <p:txBody>
          <a:bodyPr>
            <a:noAutofit/>
          </a:bodyPr>
          <a:lstStyle>
            <a:lvl1pPr marL="0" indent="0">
              <a:buClr>
                <a:srgbClr val="D8413E"/>
              </a:buClr>
              <a:buFont typeface="Symbol" charset="2"/>
              <a:buNone/>
              <a:defRPr sz="1000">
                <a:solidFill>
                  <a:schemeClr val="tx1">
                    <a:lumMod val="50000"/>
                    <a:lumOff val="50000"/>
                  </a:schemeClr>
                </a:solidFill>
              </a:defRPr>
            </a:lvl1pPr>
            <a:lvl2pPr marL="628650" indent="-171450">
              <a:buClr>
                <a:srgbClr val="D8413E"/>
              </a:buClr>
              <a:buFont typeface="Symbol" charset="2"/>
              <a:buChar char="-"/>
              <a:defRPr sz="1200"/>
            </a:lvl2pPr>
            <a:lvl3pPr marL="1085850" indent="-171450">
              <a:buClr>
                <a:srgbClr val="D8413E"/>
              </a:buClr>
              <a:buFont typeface="Symbol" charset="2"/>
              <a:buChar char="-"/>
              <a:defRPr sz="1200"/>
            </a:lvl3pPr>
            <a:lvl4pPr marL="1543050" indent="-171450">
              <a:buClr>
                <a:srgbClr val="D8413E"/>
              </a:buClr>
              <a:buFont typeface="Symbol" charset="2"/>
              <a:buChar char="-"/>
              <a:defRPr sz="1200"/>
            </a:lvl4pPr>
            <a:lvl5pPr marL="2000250" indent="-171450">
              <a:buClr>
                <a:srgbClr val="D8413E"/>
              </a:buClr>
              <a:buFont typeface="Symbol" charset="2"/>
              <a:buChar char="-"/>
              <a:defRPr sz="1200"/>
            </a:lvl5pPr>
          </a:lstStyle>
          <a:p>
            <a:pPr lvl="0"/>
            <a:r>
              <a:rPr lang="de-DE"/>
              <a:t>Formatvorlagen des Textmasters bearbeiten</a:t>
            </a:r>
          </a:p>
        </p:txBody>
      </p:sp>
      <p:sp>
        <p:nvSpPr>
          <p:cNvPr id="8" name="Diagrammplatzhalter 7"/>
          <p:cNvSpPr>
            <a:spLocks noGrp="1"/>
          </p:cNvSpPr>
          <p:nvPr>
            <p:ph type="chart" sz="quarter" idx="16"/>
          </p:nvPr>
        </p:nvSpPr>
        <p:spPr>
          <a:xfrm>
            <a:off x="457200" y="1229028"/>
            <a:ext cx="8229600" cy="3061228"/>
          </a:xfrm>
          <a:prstGeom prst="rect">
            <a:avLst/>
          </a:prstGeom>
        </p:spPr>
        <p:txBody>
          <a:bodyPr rtlCol="0">
            <a:normAutofit/>
          </a:bodyPr>
          <a:lstStyle/>
          <a:p>
            <a:pPr lvl="0"/>
            <a:r>
              <a:rPr lang="de-DE" noProof="0"/>
              <a:t>Diagramm durch Klicken auf Symbol hinzufügen</a:t>
            </a:r>
          </a:p>
        </p:txBody>
      </p:sp>
      <p:cxnSp>
        <p:nvCxnSpPr>
          <p:cNvPr id="16" name="Gerade Verbindung 10"/>
          <p:cNvCxnSpPr/>
          <p:nvPr userDrawn="1"/>
        </p:nvCxnSpPr>
        <p:spPr>
          <a:xfrm>
            <a:off x="457200" y="4713670"/>
            <a:ext cx="8229600" cy="0"/>
          </a:xfrm>
          <a:prstGeom prst="line">
            <a:avLst/>
          </a:prstGeom>
          <a:ln w="3175" cmpd="sng">
            <a:solidFill>
              <a:srgbClr val="D8413E"/>
            </a:solidFill>
          </a:ln>
          <a:effectLst/>
        </p:spPr>
        <p:style>
          <a:lnRef idx="2">
            <a:schemeClr val="accent1"/>
          </a:lnRef>
          <a:fillRef idx="0">
            <a:schemeClr val="accent1"/>
          </a:fillRef>
          <a:effectRef idx="1">
            <a:schemeClr val="accent1"/>
          </a:effectRef>
          <a:fontRef idx="minor">
            <a:schemeClr val="tx1"/>
          </a:fontRef>
        </p:style>
      </p:cxnSp>
      <p:sp>
        <p:nvSpPr>
          <p:cNvPr id="10" name="Foliennummernplatzhalter 5"/>
          <p:cNvSpPr>
            <a:spLocks noGrp="1"/>
          </p:cNvSpPr>
          <p:nvPr>
            <p:ph type="sldNum" sz="quarter" idx="4"/>
          </p:nvPr>
        </p:nvSpPr>
        <p:spPr>
          <a:xfrm>
            <a:off x="7948613" y="4879075"/>
            <a:ext cx="742950" cy="204716"/>
          </a:xfrm>
          <a:prstGeom prst="rect">
            <a:avLst/>
          </a:prstGeom>
        </p:spPr>
        <p:txBody>
          <a:bodyPr lIns="0" tIns="0" rIns="0" bIns="0" anchor="t" anchorCtr="0"/>
          <a:lstStyle>
            <a:lvl1pPr marL="0" marR="0" indent="0" algn="r" defTabSz="457200" rtl="0" eaLnBrk="1" fontAlgn="base" latinLnBrk="0" hangingPunct="1">
              <a:lnSpc>
                <a:spcPct val="100000"/>
              </a:lnSpc>
              <a:spcBef>
                <a:spcPct val="0"/>
              </a:spcBef>
              <a:spcAft>
                <a:spcPct val="0"/>
              </a:spcAft>
              <a:buClrTx/>
              <a:buSzTx/>
              <a:buFontTx/>
              <a:buNone/>
              <a:tabLst/>
              <a:defRPr/>
            </a:lvl1pPr>
          </a:lstStyle>
          <a:p>
            <a:pPr>
              <a:defRPr/>
            </a:pPr>
            <a:fld id="{D98C2DD5-50CB-445D-B765-8AD2D4C5531F}" type="slidenum">
              <a:rPr lang="de-DE" altLang="de-DE" sz="1000" smtClean="0">
                <a:solidFill>
                  <a:srgbClr val="D8413E"/>
                </a:solidFill>
                <a:latin typeface="Arial" panose="020B0604020202020204" pitchFamily="34" charset="0"/>
                <a:cs typeface="Arial" panose="020B0604020202020204" pitchFamily="34" charset="0"/>
              </a:rPr>
              <a:pPr>
                <a:defRPr/>
              </a:pPr>
              <a:t>‹#›</a:t>
            </a:fld>
            <a:endParaRPr lang="de-DE" altLang="de-DE" sz="1000" dirty="0">
              <a:solidFill>
                <a:srgbClr val="D8413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353045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Diagramme">
    <p:spTree>
      <p:nvGrpSpPr>
        <p:cNvPr id="1" name=""/>
        <p:cNvGrpSpPr/>
        <p:nvPr/>
      </p:nvGrpSpPr>
      <p:grpSpPr>
        <a:xfrm>
          <a:off x="0" y="0"/>
          <a:ext cx="0" cy="0"/>
          <a:chOff x="0" y="0"/>
          <a:chExt cx="0" cy="0"/>
        </a:xfrm>
      </p:grpSpPr>
      <p:sp>
        <p:nvSpPr>
          <p:cNvPr id="2" name="Titel 1"/>
          <p:cNvSpPr>
            <a:spLocks noGrp="1"/>
          </p:cNvSpPr>
          <p:nvPr>
            <p:ph type="title"/>
          </p:nvPr>
        </p:nvSpPr>
        <p:spPr>
          <a:xfrm>
            <a:off x="457200" y="304797"/>
            <a:ext cx="8229600" cy="758827"/>
          </a:xfrm>
          <a:prstGeom prst="rect">
            <a:avLst/>
          </a:prstGeom>
        </p:spPr>
        <p:txBody>
          <a:bodyPr anchor="b"/>
          <a:lstStyle>
            <a:lvl1pPr>
              <a:defRPr>
                <a:solidFill>
                  <a:schemeClr val="tx1"/>
                </a:solidFill>
              </a:defRPr>
            </a:lvl1pPr>
          </a:lstStyle>
          <a:p>
            <a:r>
              <a:rPr lang="de-DE"/>
              <a:t>Titelmasterformat durch Klicken bearbeiten</a:t>
            </a:r>
            <a:endParaRPr lang="de-DE" dirty="0"/>
          </a:p>
        </p:txBody>
      </p:sp>
      <p:sp>
        <p:nvSpPr>
          <p:cNvPr id="3" name="Inhaltsplatzhalter 2"/>
          <p:cNvSpPr>
            <a:spLocks noGrp="1"/>
          </p:cNvSpPr>
          <p:nvPr>
            <p:ph idx="1"/>
          </p:nvPr>
        </p:nvSpPr>
        <p:spPr>
          <a:xfrm>
            <a:off x="457200" y="4368811"/>
            <a:ext cx="3962400" cy="330196"/>
          </a:xfrm>
          <a:prstGeom prst="rect">
            <a:avLst/>
          </a:prstGeom>
        </p:spPr>
        <p:txBody>
          <a:bodyPr>
            <a:noAutofit/>
          </a:bodyPr>
          <a:lstStyle>
            <a:lvl1pPr marL="0" indent="0">
              <a:buClr>
                <a:srgbClr val="D8413E"/>
              </a:buClr>
              <a:buFont typeface="Symbol" charset="2"/>
              <a:buNone/>
              <a:defRPr sz="1000">
                <a:solidFill>
                  <a:schemeClr val="tx1">
                    <a:lumMod val="50000"/>
                    <a:lumOff val="50000"/>
                  </a:schemeClr>
                </a:solidFill>
              </a:defRPr>
            </a:lvl1pPr>
            <a:lvl2pPr marL="628650" indent="-171450">
              <a:buClr>
                <a:srgbClr val="D8413E"/>
              </a:buClr>
              <a:buFont typeface="Symbol" charset="2"/>
              <a:buChar char="-"/>
              <a:defRPr sz="1200"/>
            </a:lvl2pPr>
            <a:lvl3pPr marL="1085850" indent="-171450">
              <a:buClr>
                <a:srgbClr val="D8413E"/>
              </a:buClr>
              <a:buFont typeface="Symbol" charset="2"/>
              <a:buChar char="-"/>
              <a:defRPr sz="1200"/>
            </a:lvl3pPr>
            <a:lvl4pPr marL="1543050" indent="-171450">
              <a:buClr>
                <a:srgbClr val="D8413E"/>
              </a:buClr>
              <a:buFont typeface="Symbol" charset="2"/>
              <a:buChar char="-"/>
              <a:defRPr sz="1200"/>
            </a:lvl4pPr>
            <a:lvl5pPr marL="2000250" indent="-171450">
              <a:buClr>
                <a:srgbClr val="D8413E"/>
              </a:buClr>
              <a:buFont typeface="Symbol" charset="2"/>
              <a:buChar char="-"/>
              <a:defRPr sz="1200"/>
            </a:lvl5pPr>
          </a:lstStyle>
          <a:p>
            <a:pPr lvl="0"/>
            <a:r>
              <a:rPr lang="de-DE"/>
              <a:t>Formatvorlagen des Textmasters bearbeiten</a:t>
            </a:r>
          </a:p>
        </p:txBody>
      </p:sp>
      <p:sp>
        <p:nvSpPr>
          <p:cNvPr id="8" name="Diagrammplatzhalter 7"/>
          <p:cNvSpPr>
            <a:spLocks noGrp="1"/>
          </p:cNvSpPr>
          <p:nvPr>
            <p:ph type="chart" sz="quarter" idx="16"/>
          </p:nvPr>
        </p:nvSpPr>
        <p:spPr>
          <a:xfrm>
            <a:off x="457200" y="1181092"/>
            <a:ext cx="3962400" cy="3086108"/>
          </a:xfrm>
          <a:prstGeom prst="rect">
            <a:avLst/>
          </a:prstGeom>
        </p:spPr>
        <p:txBody>
          <a:bodyPr rtlCol="0">
            <a:normAutofit/>
          </a:bodyPr>
          <a:lstStyle/>
          <a:p>
            <a:pPr lvl="0"/>
            <a:r>
              <a:rPr lang="de-DE" noProof="0"/>
              <a:t>Diagramm durch Klicken auf Symbol hinzufügen</a:t>
            </a:r>
          </a:p>
        </p:txBody>
      </p:sp>
      <p:sp>
        <p:nvSpPr>
          <p:cNvPr id="13" name="Inhaltsplatzhalter 2"/>
          <p:cNvSpPr>
            <a:spLocks noGrp="1"/>
          </p:cNvSpPr>
          <p:nvPr>
            <p:ph idx="20"/>
          </p:nvPr>
        </p:nvSpPr>
        <p:spPr>
          <a:xfrm>
            <a:off x="4714875" y="4368811"/>
            <a:ext cx="3962400" cy="330196"/>
          </a:xfrm>
          <a:prstGeom prst="rect">
            <a:avLst/>
          </a:prstGeom>
        </p:spPr>
        <p:txBody>
          <a:bodyPr>
            <a:noAutofit/>
          </a:bodyPr>
          <a:lstStyle>
            <a:lvl1pPr marL="0" indent="0">
              <a:buClr>
                <a:srgbClr val="D8413E"/>
              </a:buClr>
              <a:buFont typeface="Symbol" charset="2"/>
              <a:buNone/>
              <a:defRPr sz="1000">
                <a:solidFill>
                  <a:schemeClr val="tx1">
                    <a:lumMod val="50000"/>
                    <a:lumOff val="50000"/>
                  </a:schemeClr>
                </a:solidFill>
              </a:defRPr>
            </a:lvl1pPr>
            <a:lvl2pPr marL="628650" indent="-171450">
              <a:buClr>
                <a:srgbClr val="D8413E"/>
              </a:buClr>
              <a:buFont typeface="Symbol" charset="2"/>
              <a:buChar char="-"/>
              <a:defRPr sz="1200"/>
            </a:lvl2pPr>
            <a:lvl3pPr marL="1085850" indent="-171450">
              <a:buClr>
                <a:srgbClr val="D8413E"/>
              </a:buClr>
              <a:buFont typeface="Symbol" charset="2"/>
              <a:buChar char="-"/>
              <a:defRPr sz="1200"/>
            </a:lvl3pPr>
            <a:lvl4pPr marL="1543050" indent="-171450">
              <a:buClr>
                <a:srgbClr val="D8413E"/>
              </a:buClr>
              <a:buFont typeface="Symbol" charset="2"/>
              <a:buChar char="-"/>
              <a:defRPr sz="1200"/>
            </a:lvl4pPr>
            <a:lvl5pPr marL="2000250" indent="-171450">
              <a:buClr>
                <a:srgbClr val="D8413E"/>
              </a:buClr>
              <a:buFont typeface="Symbol" charset="2"/>
              <a:buChar char="-"/>
              <a:defRPr sz="1200"/>
            </a:lvl5pPr>
          </a:lstStyle>
          <a:p>
            <a:pPr lvl="0"/>
            <a:r>
              <a:rPr lang="de-DE"/>
              <a:t>Formatvorlagen des Textmasters bearbeiten</a:t>
            </a:r>
          </a:p>
        </p:txBody>
      </p:sp>
      <p:sp>
        <p:nvSpPr>
          <p:cNvPr id="14" name="Diagrammplatzhalter 7"/>
          <p:cNvSpPr>
            <a:spLocks noGrp="1"/>
          </p:cNvSpPr>
          <p:nvPr>
            <p:ph type="chart" sz="quarter" idx="21"/>
          </p:nvPr>
        </p:nvSpPr>
        <p:spPr>
          <a:xfrm>
            <a:off x="4714875" y="1181092"/>
            <a:ext cx="3962400" cy="3086108"/>
          </a:xfrm>
          <a:prstGeom prst="rect">
            <a:avLst/>
          </a:prstGeom>
        </p:spPr>
        <p:txBody>
          <a:bodyPr rtlCol="0">
            <a:normAutofit/>
          </a:bodyPr>
          <a:lstStyle>
            <a:lvl1pPr>
              <a:defRPr sz="1200"/>
            </a:lvl1pPr>
          </a:lstStyle>
          <a:p>
            <a:pPr lvl="0"/>
            <a:r>
              <a:rPr lang="de-DE" noProof="0"/>
              <a:t>Diagramm durch Klicken auf Symbol hinzufügen</a:t>
            </a:r>
            <a:endParaRPr lang="de-DE" noProof="0" dirty="0"/>
          </a:p>
        </p:txBody>
      </p:sp>
      <p:sp>
        <p:nvSpPr>
          <p:cNvPr id="10" name="Foliennummernplatzhalter 5"/>
          <p:cNvSpPr>
            <a:spLocks noGrp="1"/>
          </p:cNvSpPr>
          <p:nvPr>
            <p:ph type="sldNum" sz="quarter" idx="4"/>
          </p:nvPr>
        </p:nvSpPr>
        <p:spPr>
          <a:xfrm>
            <a:off x="7948613" y="4879075"/>
            <a:ext cx="742950" cy="204716"/>
          </a:xfrm>
          <a:prstGeom prst="rect">
            <a:avLst/>
          </a:prstGeom>
        </p:spPr>
        <p:txBody>
          <a:bodyPr lIns="0" tIns="0" rIns="0" bIns="0" anchor="t" anchorCtr="0"/>
          <a:lstStyle>
            <a:lvl1pPr marL="0" marR="0" indent="0" algn="r" defTabSz="457200" rtl="0" eaLnBrk="1" fontAlgn="base" latinLnBrk="0" hangingPunct="1">
              <a:lnSpc>
                <a:spcPct val="100000"/>
              </a:lnSpc>
              <a:spcBef>
                <a:spcPct val="0"/>
              </a:spcBef>
              <a:spcAft>
                <a:spcPct val="0"/>
              </a:spcAft>
              <a:buClrTx/>
              <a:buSzTx/>
              <a:buFontTx/>
              <a:buNone/>
              <a:tabLst/>
              <a:defRPr/>
            </a:lvl1pPr>
          </a:lstStyle>
          <a:p>
            <a:pPr>
              <a:defRPr/>
            </a:pPr>
            <a:fld id="{64035955-D4DF-4360-912A-517416A0AD74}" type="slidenum">
              <a:rPr lang="de-DE" altLang="de-DE" sz="1000" smtClean="0">
                <a:solidFill>
                  <a:srgbClr val="D8413E"/>
                </a:solidFill>
                <a:latin typeface="Arial" panose="020B0604020202020204" pitchFamily="34" charset="0"/>
                <a:cs typeface="Arial" panose="020B0604020202020204" pitchFamily="34" charset="0"/>
              </a:rPr>
              <a:pPr>
                <a:defRPr/>
              </a:pPr>
              <a:t>‹#›</a:t>
            </a:fld>
            <a:endParaRPr lang="de-DE" altLang="de-DE" sz="1000" dirty="0">
              <a:solidFill>
                <a:srgbClr val="D8413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391593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ild mit Text links">
    <p:spTree>
      <p:nvGrpSpPr>
        <p:cNvPr id="1" name=""/>
        <p:cNvGrpSpPr/>
        <p:nvPr/>
      </p:nvGrpSpPr>
      <p:grpSpPr>
        <a:xfrm>
          <a:off x="0" y="0"/>
          <a:ext cx="0" cy="0"/>
          <a:chOff x="0" y="0"/>
          <a:chExt cx="0" cy="0"/>
        </a:xfrm>
      </p:grpSpPr>
      <p:sp>
        <p:nvSpPr>
          <p:cNvPr id="13" name="Titel 1"/>
          <p:cNvSpPr>
            <a:spLocks noGrp="1"/>
          </p:cNvSpPr>
          <p:nvPr>
            <p:ph type="title"/>
          </p:nvPr>
        </p:nvSpPr>
        <p:spPr>
          <a:xfrm>
            <a:off x="457200" y="372533"/>
            <a:ext cx="2692400" cy="999067"/>
          </a:xfrm>
          <a:prstGeom prst="rect">
            <a:avLst/>
          </a:prstGeom>
        </p:spPr>
        <p:txBody>
          <a:bodyPr anchor="b"/>
          <a:lstStyle>
            <a:lvl1pPr algn="l">
              <a:defRPr>
                <a:solidFill>
                  <a:schemeClr val="tx1"/>
                </a:solidFill>
              </a:defRPr>
            </a:lvl1pPr>
          </a:lstStyle>
          <a:p>
            <a:r>
              <a:rPr lang="de-DE"/>
              <a:t>Titelmasterformat durch Klicken bearbeiten</a:t>
            </a:r>
            <a:endParaRPr lang="de-DE" dirty="0"/>
          </a:p>
        </p:txBody>
      </p:sp>
      <p:sp>
        <p:nvSpPr>
          <p:cNvPr id="14" name="Inhaltsplatzhalter 2"/>
          <p:cNvSpPr>
            <a:spLocks noGrp="1"/>
          </p:cNvSpPr>
          <p:nvPr>
            <p:ph idx="1"/>
          </p:nvPr>
        </p:nvSpPr>
        <p:spPr>
          <a:xfrm>
            <a:off x="457200" y="1503680"/>
            <a:ext cx="2692400" cy="3195327"/>
          </a:xfrm>
          <a:prstGeom prst="rect">
            <a:avLst/>
          </a:prstGeom>
        </p:spPr>
        <p:txBody>
          <a:bodyPr>
            <a:noAutofit/>
          </a:bodyPr>
          <a:lstStyle>
            <a:lvl1pPr marL="171450" indent="-171450">
              <a:buClr>
                <a:srgbClr val="D8413E"/>
              </a:buClr>
              <a:buFont typeface="Symbol" charset="2"/>
              <a:buChar char="-"/>
              <a:defRPr sz="1800">
                <a:solidFill>
                  <a:schemeClr val="tx1"/>
                </a:solidFill>
              </a:defRPr>
            </a:lvl1pPr>
            <a:lvl2pPr marL="628650" indent="-171450">
              <a:buClr>
                <a:srgbClr val="D8413E"/>
              </a:buClr>
              <a:buFont typeface="Symbol" charset="2"/>
              <a:buChar char="-"/>
              <a:defRPr sz="1600">
                <a:solidFill>
                  <a:schemeClr val="tx1"/>
                </a:solidFill>
              </a:defRPr>
            </a:lvl2pPr>
            <a:lvl3pPr marL="1085850" indent="-171450">
              <a:buClr>
                <a:srgbClr val="D8413E"/>
              </a:buClr>
              <a:buFont typeface="Symbol" charset="2"/>
              <a:buChar char="-"/>
              <a:defRPr sz="1400">
                <a:solidFill>
                  <a:schemeClr val="tx1"/>
                </a:solidFill>
              </a:defRPr>
            </a:lvl3pPr>
            <a:lvl4pPr marL="1543050" indent="-171450">
              <a:buClr>
                <a:srgbClr val="D8413E"/>
              </a:buClr>
              <a:buFont typeface="Symbol" charset="2"/>
              <a:buChar char="-"/>
              <a:defRPr sz="1400">
                <a:solidFill>
                  <a:schemeClr val="tx1"/>
                </a:solidFill>
              </a:defRPr>
            </a:lvl4pPr>
            <a:lvl5pPr marL="2000250" indent="-171450">
              <a:buClr>
                <a:srgbClr val="D8413E"/>
              </a:buClr>
              <a:buFont typeface="Symbol" charset="2"/>
              <a:buChar char="-"/>
              <a:defRPr sz="1400">
                <a:solidFill>
                  <a:schemeClr val="tx1"/>
                </a:solidFill>
              </a:defRPr>
            </a:lvl5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9" name="Bildplatzhalter 18"/>
          <p:cNvSpPr>
            <a:spLocks noGrp="1"/>
          </p:cNvSpPr>
          <p:nvPr>
            <p:ph type="pic" sz="quarter" idx="16"/>
          </p:nvPr>
        </p:nvSpPr>
        <p:spPr>
          <a:xfrm>
            <a:off x="3352800" y="762000"/>
            <a:ext cx="5791200" cy="3489344"/>
          </a:xfrm>
          <a:prstGeom prst="rect">
            <a:avLst/>
          </a:prstGeom>
        </p:spPr>
        <p:txBody>
          <a:bodyPr rtlCol="0">
            <a:normAutofit/>
          </a:bodyPr>
          <a:lstStyle/>
          <a:p>
            <a:pPr lvl="0"/>
            <a:r>
              <a:rPr lang="de-DE" noProof="0"/>
              <a:t>Bild durch Klicken auf Symbol hinzufügen</a:t>
            </a:r>
          </a:p>
        </p:txBody>
      </p:sp>
      <p:sp>
        <p:nvSpPr>
          <p:cNvPr id="10" name="Inhaltsplatzhalter 2"/>
          <p:cNvSpPr>
            <a:spLocks noGrp="1"/>
          </p:cNvSpPr>
          <p:nvPr>
            <p:ph idx="19"/>
          </p:nvPr>
        </p:nvSpPr>
        <p:spPr>
          <a:xfrm>
            <a:off x="3352800" y="4368811"/>
            <a:ext cx="5334000" cy="330196"/>
          </a:xfrm>
          <a:prstGeom prst="rect">
            <a:avLst/>
          </a:prstGeom>
        </p:spPr>
        <p:txBody>
          <a:bodyPr lIns="0" rIns="0">
            <a:noAutofit/>
          </a:bodyPr>
          <a:lstStyle>
            <a:lvl1pPr marL="0" indent="0">
              <a:buClr>
                <a:srgbClr val="D8413E"/>
              </a:buClr>
              <a:buFont typeface="Symbol" charset="2"/>
              <a:buNone/>
              <a:defRPr sz="1000">
                <a:solidFill>
                  <a:schemeClr val="tx1">
                    <a:lumMod val="50000"/>
                    <a:lumOff val="50000"/>
                  </a:schemeClr>
                </a:solidFill>
              </a:defRPr>
            </a:lvl1pPr>
            <a:lvl2pPr marL="628650" indent="-171450">
              <a:buClr>
                <a:srgbClr val="D8413E"/>
              </a:buClr>
              <a:buFont typeface="Symbol" charset="2"/>
              <a:buChar char="-"/>
              <a:defRPr sz="1200"/>
            </a:lvl2pPr>
            <a:lvl3pPr marL="1085850" indent="-171450">
              <a:buClr>
                <a:srgbClr val="D8413E"/>
              </a:buClr>
              <a:buFont typeface="Symbol" charset="2"/>
              <a:buChar char="-"/>
              <a:defRPr sz="1200"/>
            </a:lvl3pPr>
            <a:lvl4pPr marL="1543050" indent="-171450">
              <a:buClr>
                <a:srgbClr val="D8413E"/>
              </a:buClr>
              <a:buFont typeface="Symbol" charset="2"/>
              <a:buChar char="-"/>
              <a:defRPr sz="1200"/>
            </a:lvl4pPr>
            <a:lvl5pPr marL="2000250" indent="-171450">
              <a:buClr>
                <a:srgbClr val="D8413E"/>
              </a:buClr>
              <a:buFont typeface="Symbol" charset="2"/>
              <a:buChar char="-"/>
              <a:defRPr sz="1200"/>
            </a:lvl5pPr>
          </a:lstStyle>
          <a:p>
            <a:pPr lvl="0"/>
            <a:r>
              <a:rPr lang="de-DE"/>
              <a:t>Formatvorlagen des Textmasters bearbeiten</a:t>
            </a:r>
          </a:p>
        </p:txBody>
      </p:sp>
      <p:sp>
        <p:nvSpPr>
          <p:cNvPr id="9" name="Foliennummernplatzhalter 5"/>
          <p:cNvSpPr>
            <a:spLocks noGrp="1"/>
          </p:cNvSpPr>
          <p:nvPr>
            <p:ph type="sldNum" sz="quarter" idx="4"/>
          </p:nvPr>
        </p:nvSpPr>
        <p:spPr>
          <a:xfrm>
            <a:off x="7948613" y="4879075"/>
            <a:ext cx="742950" cy="204716"/>
          </a:xfrm>
          <a:prstGeom prst="rect">
            <a:avLst/>
          </a:prstGeom>
        </p:spPr>
        <p:txBody>
          <a:bodyPr lIns="0" tIns="0" rIns="0" bIns="0" anchor="t" anchorCtr="0"/>
          <a:lstStyle>
            <a:lvl1pPr marL="0" marR="0" indent="0" algn="r" defTabSz="457200" rtl="0" eaLnBrk="1" fontAlgn="base" latinLnBrk="0" hangingPunct="1">
              <a:lnSpc>
                <a:spcPct val="100000"/>
              </a:lnSpc>
              <a:spcBef>
                <a:spcPct val="0"/>
              </a:spcBef>
              <a:spcAft>
                <a:spcPct val="0"/>
              </a:spcAft>
              <a:buClrTx/>
              <a:buSzTx/>
              <a:buFontTx/>
              <a:buNone/>
              <a:tabLst/>
              <a:defRPr/>
            </a:lvl1pPr>
          </a:lstStyle>
          <a:p>
            <a:pPr>
              <a:defRPr/>
            </a:pPr>
            <a:fld id="{01A9B2D6-5EFE-4937-AE57-083B7F8CA155}" type="slidenum">
              <a:rPr lang="de-DE" altLang="de-DE" sz="1000" smtClean="0">
                <a:solidFill>
                  <a:srgbClr val="D8413E"/>
                </a:solidFill>
                <a:latin typeface="Arial" panose="020B0604020202020204" pitchFamily="34" charset="0"/>
                <a:cs typeface="Arial" panose="020B0604020202020204" pitchFamily="34" charset="0"/>
              </a:rPr>
              <a:pPr>
                <a:defRPr/>
              </a:pPr>
              <a:t>‹#›</a:t>
            </a:fld>
            <a:endParaRPr lang="de-DE" altLang="de-DE" sz="1000" dirty="0">
              <a:solidFill>
                <a:srgbClr val="D8413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611809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10" Type="http://schemas.openxmlformats.org/officeDocument/2006/relationships/image" Target="../media/image4.png"/><Relationship Id="rId4" Type="http://schemas.openxmlformats.org/officeDocument/2006/relationships/slideLayout" Target="../slideLayouts/slideLayout10.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457200" y="206375"/>
            <a:ext cx="8229600" cy="857250"/>
          </a:xfrm>
          <a:prstGeom prst="rect">
            <a:avLst/>
          </a:prstGeom>
        </p:spPr>
        <p:txBody>
          <a:bodyPr vert="horz" lIns="91440" tIns="45720" rIns="91440" bIns="45720" rtlCol="0" anchor="ctr">
            <a:noAutofit/>
          </a:bodyPr>
          <a:lstStyle/>
          <a:p>
            <a:r>
              <a:rPr lang="de-DE" dirty="0"/>
              <a:t>Mastertitelformat bearbeiten</a:t>
            </a:r>
          </a:p>
        </p:txBody>
      </p:sp>
      <p:sp>
        <p:nvSpPr>
          <p:cNvPr id="1027" name="Textplatzhalter 2"/>
          <p:cNvSpPr>
            <a:spLocks noGrp="1"/>
          </p:cNvSpPr>
          <p:nvPr>
            <p:ph type="body" idx="1"/>
          </p:nvPr>
        </p:nvSpPr>
        <p:spPr bwMode="auto">
          <a:xfrm>
            <a:off x="457200" y="1063625"/>
            <a:ext cx="8229600" cy="353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ltLang="de-DE" dirty="0"/>
              <a:t>SUBHEADLINE</a:t>
            </a:r>
          </a:p>
        </p:txBody>
      </p:sp>
    </p:spTree>
  </p:cSld>
  <p:clrMap bg1="lt1" tx1="dk1" bg2="lt2" tx2="dk2" accent1="accent1" accent2="accent2" accent3="accent3" accent4="accent4" accent5="accent5" accent6="accent6" hlink="hlink" folHlink="folHlink"/>
  <p:sldLayoutIdLst>
    <p:sldLayoutId id="2147483867" r:id="rId1"/>
    <p:sldLayoutId id="2147483884" r:id="rId2"/>
    <p:sldLayoutId id="2147483885" r:id="rId3"/>
    <p:sldLayoutId id="2147483870" r:id="rId4"/>
    <p:sldLayoutId id="2147483877" r:id="rId5"/>
    <p:sldLayoutId id="2147483879" r:id="rId6"/>
  </p:sldLayoutIdLst>
  <p:hf hdr="0" ftr="0" dt="0"/>
  <p:txStyles>
    <p:titleStyle>
      <a:lvl1pPr algn="l" defTabSz="457200" rtl="0" eaLnBrk="1" fontAlgn="base" hangingPunct="1">
        <a:spcBef>
          <a:spcPct val="0"/>
        </a:spcBef>
        <a:spcAft>
          <a:spcPct val="0"/>
        </a:spcAft>
        <a:defRPr sz="2000" b="1" kern="1200" cap="all">
          <a:solidFill>
            <a:srgbClr val="262A31"/>
          </a:solidFill>
          <a:latin typeface="Arial"/>
          <a:ea typeface="MS PGothic" panose="020B0600070205080204" pitchFamily="34" charset="-128"/>
          <a:cs typeface="Arial"/>
        </a:defRPr>
      </a:lvl1pPr>
      <a:lvl2pPr algn="l" defTabSz="457200" rtl="0" eaLnBrk="1" fontAlgn="base" hangingPunct="1">
        <a:spcBef>
          <a:spcPct val="0"/>
        </a:spcBef>
        <a:spcAft>
          <a:spcPct val="0"/>
        </a:spcAft>
        <a:defRPr sz="2000" b="1">
          <a:solidFill>
            <a:srgbClr val="262A31"/>
          </a:solidFill>
          <a:latin typeface="Arial" charset="0"/>
          <a:ea typeface="MS PGothic" panose="020B0600070205080204" pitchFamily="34" charset="-128"/>
          <a:cs typeface="Arial" panose="020B0604020202020204" pitchFamily="34" charset="0"/>
        </a:defRPr>
      </a:lvl2pPr>
      <a:lvl3pPr algn="l" defTabSz="457200" rtl="0" eaLnBrk="1" fontAlgn="base" hangingPunct="1">
        <a:spcBef>
          <a:spcPct val="0"/>
        </a:spcBef>
        <a:spcAft>
          <a:spcPct val="0"/>
        </a:spcAft>
        <a:defRPr sz="2000" b="1">
          <a:solidFill>
            <a:srgbClr val="262A31"/>
          </a:solidFill>
          <a:latin typeface="Arial" charset="0"/>
          <a:ea typeface="MS PGothic" panose="020B0600070205080204" pitchFamily="34" charset="-128"/>
          <a:cs typeface="Arial" panose="020B0604020202020204" pitchFamily="34" charset="0"/>
        </a:defRPr>
      </a:lvl3pPr>
      <a:lvl4pPr algn="l" defTabSz="457200" rtl="0" eaLnBrk="1" fontAlgn="base" hangingPunct="1">
        <a:spcBef>
          <a:spcPct val="0"/>
        </a:spcBef>
        <a:spcAft>
          <a:spcPct val="0"/>
        </a:spcAft>
        <a:defRPr sz="2000" b="1">
          <a:solidFill>
            <a:srgbClr val="262A31"/>
          </a:solidFill>
          <a:latin typeface="Arial" charset="0"/>
          <a:ea typeface="MS PGothic" panose="020B0600070205080204" pitchFamily="34" charset="-128"/>
          <a:cs typeface="Arial" panose="020B0604020202020204" pitchFamily="34" charset="0"/>
        </a:defRPr>
      </a:lvl4pPr>
      <a:lvl5pPr algn="l" defTabSz="457200" rtl="0" eaLnBrk="1" fontAlgn="base" hangingPunct="1">
        <a:spcBef>
          <a:spcPct val="0"/>
        </a:spcBef>
        <a:spcAft>
          <a:spcPct val="0"/>
        </a:spcAft>
        <a:defRPr sz="2000" b="1">
          <a:solidFill>
            <a:srgbClr val="262A31"/>
          </a:solidFill>
          <a:latin typeface="Arial" charset="0"/>
          <a:ea typeface="MS PGothic" panose="020B0600070205080204" pitchFamily="34" charset="-128"/>
          <a:cs typeface="Arial" panose="020B0604020202020204" pitchFamily="34" charset="0"/>
        </a:defRPr>
      </a:lvl5pPr>
      <a:lvl6pPr marL="457200" algn="l" defTabSz="457200" rtl="0" eaLnBrk="1" fontAlgn="base" hangingPunct="1">
        <a:spcBef>
          <a:spcPct val="0"/>
        </a:spcBef>
        <a:spcAft>
          <a:spcPct val="0"/>
        </a:spcAft>
        <a:defRPr sz="2000">
          <a:solidFill>
            <a:schemeClr val="tx1"/>
          </a:solidFill>
          <a:latin typeface="Futura" charset="0"/>
          <a:ea typeface="ＭＳ Ｐゴシック" charset="0"/>
        </a:defRPr>
      </a:lvl6pPr>
      <a:lvl7pPr marL="914400" algn="l" defTabSz="457200" rtl="0" eaLnBrk="1" fontAlgn="base" hangingPunct="1">
        <a:spcBef>
          <a:spcPct val="0"/>
        </a:spcBef>
        <a:spcAft>
          <a:spcPct val="0"/>
        </a:spcAft>
        <a:defRPr sz="2000">
          <a:solidFill>
            <a:schemeClr val="tx1"/>
          </a:solidFill>
          <a:latin typeface="Futura" charset="0"/>
          <a:ea typeface="ＭＳ Ｐゴシック" charset="0"/>
        </a:defRPr>
      </a:lvl7pPr>
      <a:lvl8pPr marL="1371600" algn="l" defTabSz="457200" rtl="0" eaLnBrk="1" fontAlgn="base" hangingPunct="1">
        <a:spcBef>
          <a:spcPct val="0"/>
        </a:spcBef>
        <a:spcAft>
          <a:spcPct val="0"/>
        </a:spcAft>
        <a:defRPr sz="2000">
          <a:solidFill>
            <a:schemeClr val="tx1"/>
          </a:solidFill>
          <a:latin typeface="Futura" charset="0"/>
          <a:ea typeface="ＭＳ Ｐゴシック" charset="0"/>
        </a:defRPr>
      </a:lvl8pPr>
      <a:lvl9pPr marL="1828800" algn="l" defTabSz="457200" rtl="0" eaLnBrk="1" fontAlgn="base" hangingPunct="1">
        <a:spcBef>
          <a:spcPct val="0"/>
        </a:spcBef>
        <a:spcAft>
          <a:spcPct val="0"/>
        </a:spcAft>
        <a:defRPr sz="2000">
          <a:solidFill>
            <a:schemeClr val="tx1"/>
          </a:solidFill>
          <a:latin typeface="Futura" charset="0"/>
          <a:ea typeface="ＭＳ Ｐゴシック" charset="0"/>
        </a:defRPr>
      </a:lvl9pPr>
    </p:titleStyle>
    <p:bodyStyle>
      <a:lvl1pPr marL="342900" indent="-342900" algn="l" defTabSz="457200" rtl="0" eaLnBrk="1" fontAlgn="base" hangingPunct="1">
        <a:spcBef>
          <a:spcPct val="20000"/>
        </a:spcBef>
        <a:spcAft>
          <a:spcPct val="0"/>
        </a:spcAft>
        <a:buFont typeface="Symbol" panose="05050102010706020507" pitchFamily="18" charset="2"/>
        <a:defRPr sz="1200" kern="1200">
          <a:solidFill>
            <a:srgbClr val="262A31"/>
          </a:solidFill>
          <a:latin typeface="Arial"/>
          <a:ea typeface="MS PGothic" panose="020B0600070205080204" pitchFamily="34" charset="-128"/>
          <a:cs typeface="Arial"/>
        </a:defRPr>
      </a:lvl1pPr>
      <a:lvl2pPr marL="457200" algn="l" defTabSz="457200" rtl="0" eaLnBrk="1" fontAlgn="base" hangingPunct="1">
        <a:spcBef>
          <a:spcPct val="20000"/>
        </a:spcBef>
        <a:spcAft>
          <a:spcPct val="0"/>
        </a:spcAft>
        <a:buFont typeface="Arial" panose="020B0604020202020204" pitchFamily="34" charset="0"/>
        <a:defRPr kern="1200">
          <a:solidFill>
            <a:schemeClr val="tx1"/>
          </a:solidFill>
          <a:latin typeface="Arial"/>
          <a:ea typeface="MS PGothic" panose="020B0600070205080204" pitchFamily="34" charset="-128"/>
          <a:cs typeface="Arial"/>
        </a:defRPr>
      </a:lvl2pPr>
      <a:lvl3pPr marL="914400" algn="l" defTabSz="457200" rtl="0" eaLnBrk="1" fontAlgn="base" hangingPunct="1">
        <a:spcBef>
          <a:spcPct val="20000"/>
        </a:spcBef>
        <a:spcAft>
          <a:spcPct val="0"/>
        </a:spcAft>
        <a:buFont typeface="Arial" panose="020B0604020202020204" pitchFamily="34" charset="0"/>
        <a:defRPr sz="1200" kern="1200">
          <a:solidFill>
            <a:schemeClr val="tx1"/>
          </a:solidFill>
          <a:latin typeface="Arial"/>
          <a:ea typeface="MS PGothic" panose="020B0600070205080204" pitchFamily="34" charset="-128"/>
          <a:cs typeface="Arial"/>
        </a:defRPr>
      </a:lvl3pPr>
      <a:lvl4pPr marL="1371600" algn="l" defTabSz="457200" rtl="0" eaLnBrk="1" fontAlgn="base" hangingPunct="1">
        <a:spcBef>
          <a:spcPct val="20000"/>
        </a:spcBef>
        <a:spcAft>
          <a:spcPct val="0"/>
        </a:spcAft>
        <a:buFont typeface="Arial" panose="020B0604020202020204" pitchFamily="34" charset="0"/>
        <a:defRPr sz="1200" kern="1200">
          <a:solidFill>
            <a:schemeClr val="tx1"/>
          </a:solidFill>
          <a:latin typeface="Arial"/>
          <a:ea typeface="MS PGothic" panose="020B0600070205080204" pitchFamily="34" charset="-128"/>
          <a:cs typeface="Arial"/>
        </a:defRPr>
      </a:lvl4pPr>
      <a:lvl5pPr marL="1828800" algn="l" defTabSz="457200" rtl="0" eaLnBrk="1" fontAlgn="base" hangingPunct="1">
        <a:spcBef>
          <a:spcPct val="20000"/>
        </a:spcBef>
        <a:spcAft>
          <a:spcPct val="0"/>
        </a:spcAft>
        <a:buFont typeface="Arial" panose="020B0604020202020204" pitchFamily="34" charset="0"/>
        <a:defRPr sz="1200" kern="1200">
          <a:solidFill>
            <a:schemeClr val="tx1"/>
          </a:solidFill>
          <a:latin typeface="Arial"/>
          <a:ea typeface="MS PGothic" panose="020B0600070205080204" pitchFamily="34"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cxnSp>
        <p:nvCxnSpPr>
          <p:cNvPr id="4" name="Gerade Verbindung 9"/>
          <p:cNvCxnSpPr/>
          <p:nvPr userDrawn="1"/>
        </p:nvCxnSpPr>
        <p:spPr>
          <a:xfrm>
            <a:off x="0" y="155575"/>
            <a:ext cx="457200" cy="0"/>
          </a:xfrm>
          <a:prstGeom prst="line">
            <a:avLst/>
          </a:prstGeom>
          <a:ln w="3175" cmpd="sng">
            <a:solidFill>
              <a:srgbClr val="262A31"/>
            </a:solidFill>
          </a:ln>
          <a:effectLst/>
        </p:spPr>
        <p:style>
          <a:lnRef idx="2">
            <a:schemeClr val="accent1"/>
          </a:lnRef>
          <a:fillRef idx="0">
            <a:schemeClr val="accent1"/>
          </a:fillRef>
          <a:effectRef idx="1">
            <a:schemeClr val="accent1"/>
          </a:effectRef>
          <a:fontRef idx="minor">
            <a:schemeClr val="tx1"/>
          </a:fontRef>
        </p:style>
      </p:cxnSp>
      <p:pic>
        <p:nvPicPr>
          <p:cNvPr id="6" name="Grafik 5"/>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457200" y="4769366"/>
            <a:ext cx="547323" cy="324000"/>
          </a:xfrm>
          <a:prstGeom prst="rect">
            <a:avLst/>
          </a:prstGeom>
        </p:spPr>
      </p:pic>
      <p:sp>
        <p:nvSpPr>
          <p:cNvPr id="8" name="Textfeld 7"/>
          <p:cNvSpPr txBox="1"/>
          <p:nvPr userDrawn="1"/>
        </p:nvSpPr>
        <p:spPr>
          <a:xfrm>
            <a:off x="457200" y="22671"/>
            <a:ext cx="7001933" cy="276999"/>
          </a:xfrm>
          <a:prstGeom prst="rect">
            <a:avLst/>
          </a:prstGeom>
          <a:noFill/>
        </p:spPr>
        <p:txBody>
          <a:bodyPr wrap="square" rtlCol="0">
            <a:spAutoFit/>
          </a:bodyPr>
          <a:lstStyle/>
          <a:p>
            <a:r>
              <a:rPr lang="de-DE" sz="1200" b="1" dirty="0">
                <a:latin typeface="Arial" panose="020B0604020202020204" pitchFamily="34" charset="0"/>
                <a:cs typeface="Arial" panose="020B0604020202020204" pitchFamily="34" charset="0"/>
              </a:rPr>
              <a:t>Market Efficency of BTC </a:t>
            </a:r>
            <a:r>
              <a:rPr lang="de-DE" sz="1200" dirty="0">
                <a:latin typeface="Arial" panose="020B0604020202020204" pitchFamily="34" charset="0"/>
                <a:cs typeface="Arial" panose="020B0604020202020204" pitchFamily="34" charset="0"/>
              </a:rPr>
              <a:t>| BTC movement prediction</a:t>
            </a:r>
          </a:p>
        </p:txBody>
      </p:sp>
      <p:cxnSp>
        <p:nvCxnSpPr>
          <p:cNvPr id="9" name="Gerade Verbindung 10"/>
          <p:cNvCxnSpPr/>
          <p:nvPr userDrawn="1"/>
        </p:nvCxnSpPr>
        <p:spPr>
          <a:xfrm>
            <a:off x="457200" y="4713670"/>
            <a:ext cx="8229600" cy="0"/>
          </a:xfrm>
          <a:prstGeom prst="line">
            <a:avLst/>
          </a:prstGeom>
          <a:ln w="3175" cmpd="sng">
            <a:solidFill>
              <a:srgbClr val="D8413E"/>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92803545"/>
      </p:ext>
    </p:extLst>
  </p:cSld>
  <p:clrMap bg1="lt1" tx1="dk1" bg2="lt2" tx2="dk2" accent1="accent1" accent2="accent2" accent3="accent3" accent4="accent4" accent5="accent5" accent6="accent6" hlink="hlink" folHlink="folHlink"/>
  <p:sldLayoutIdLst>
    <p:sldLayoutId id="2147483871" r:id="rId1"/>
    <p:sldLayoutId id="2147483882" r:id="rId2"/>
    <p:sldLayoutId id="2147483872" r:id="rId3"/>
    <p:sldLayoutId id="2147483873" r:id="rId4"/>
    <p:sldLayoutId id="2147483874" r:id="rId5"/>
    <p:sldLayoutId id="2147483875" r:id="rId6"/>
    <p:sldLayoutId id="2147483876" r:id="rId7"/>
    <p:sldLayoutId id="2147483878" r:id="rId8"/>
  </p:sldLayoutIdLst>
  <p:hf hdr="0" ftr="0" dt="0"/>
  <p:txStyles>
    <p:titleStyle>
      <a:lvl1pPr algn="l" defTabSz="457200" rtl="0" eaLnBrk="1" fontAlgn="base" hangingPunct="1">
        <a:spcBef>
          <a:spcPct val="0"/>
        </a:spcBef>
        <a:spcAft>
          <a:spcPct val="0"/>
        </a:spcAft>
        <a:defRPr sz="2000" b="1" kern="1200" cap="all">
          <a:solidFill>
            <a:srgbClr val="262A31"/>
          </a:solidFill>
          <a:latin typeface="Arial"/>
          <a:ea typeface="MS PGothic" panose="020B0600070205080204" pitchFamily="34" charset="-128"/>
          <a:cs typeface="Arial"/>
        </a:defRPr>
      </a:lvl1pPr>
      <a:lvl2pPr algn="l" defTabSz="457200" rtl="0" eaLnBrk="1" fontAlgn="base" hangingPunct="1">
        <a:spcBef>
          <a:spcPct val="0"/>
        </a:spcBef>
        <a:spcAft>
          <a:spcPct val="0"/>
        </a:spcAft>
        <a:defRPr sz="2000" b="1">
          <a:solidFill>
            <a:srgbClr val="262A31"/>
          </a:solidFill>
          <a:latin typeface="Arial" charset="0"/>
          <a:ea typeface="MS PGothic" panose="020B0600070205080204" pitchFamily="34" charset="-128"/>
          <a:cs typeface="Arial" panose="020B0604020202020204" pitchFamily="34" charset="0"/>
        </a:defRPr>
      </a:lvl2pPr>
      <a:lvl3pPr algn="l" defTabSz="457200" rtl="0" eaLnBrk="1" fontAlgn="base" hangingPunct="1">
        <a:spcBef>
          <a:spcPct val="0"/>
        </a:spcBef>
        <a:spcAft>
          <a:spcPct val="0"/>
        </a:spcAft>
        <a:defRPr sz="2000" b="1">
          <a:solidFill>
            <a:srgbClr val="262A31"/>
          </a:solidFill>
          <a:latin typeface="Arial" charset="0"/>
          <a:ea typeface="MS PGothic" panose="020B0600070205080204" pitchFamily="34" charset="-128"/>
          <a:cs typeface="Arial" panose="020B0604020202020204" pitchFamily="34" charset="0"/>
        </a:defRPr>
      </a:lvl3pPr>
      <a:lvl4pPr algn="l" defTabSz="457200" rtl="0" eaLnBrk="1" fontAlgn="base" hangingPunct="1">
        <a:spcBef>
          <a:spcPct val="0"/>
        </a:spcBef>
        <a:spcAft>
          <a:spcPct val="0"/>
        </a:spcAft>
        <a:defRPr sz="2000" b="1">
          <a:solidFill>
            <a:srgbClr val="262A31"/>
          </a:solidFill>
          <a:latin typeface="Arial" charset="0"/>
          <a:ea typeface="MS PGothic" panose="020B0600070205080204" pitchFamily="34" charset="-128"/>
          <a:cs typeface="Arial" panose="020B0604020202020204" pitchFamily="34" charset="0"/>
        </a:defRPr>
      </a:lvl4pPr>
      <a:lvl5pPr algn="l" defTabSz="457200" rtl="0" eaLnBrk="1" fontAlgn="base" hangingPunct="1">
        <a:spcBef>
          <a:spcPct val="0"/>
        </a:spcBef>
        <a:spcAft>
          <a:spcPct val="0"/>
        </a:spcAft>
        <a:defRPr sz="2000" b="1">
          <a:solidFill>
            <a:srgbClr val="262A31"/>
          </a:solidFill>
          <a:latin typeface="Arial" charset="0"/>
          <a:ea typeface="MS PGothic" panose="020B0600070205080204" pitchFamily="34" charset="-128"/>
          <a:cs typeface="Arial" panose="020B0604020202020204" pitchFamily="34" charset="0"/>
        </a:defRPr>
      </a:lvl5pPr>
      <a:lvl6pPr marL="457200" algn="l" defTabSz="457200" rtl="0" eaLnBrk="1" fontAlgn="base" hangingPunct="1">
        <a:spcBef>
          <a:spcPct val="0"/>
        </a:spcBef>
        <a:spcAft>
          <a:spcPct val="0"/>
        </a:spcAft>
        <a:defRPr sz="2000">
          <a:solidFill>
            <a:schemeClr val="tx1"/>
          </a:solidFill>
          <a:latin typeface="Futura" charset="0"/>
          <a:ea typeface="ＭＳ Ｐゴシック" charset="0"/>
        </a:defRPr>
      </a:lvl6pPr>
      <a:lvl7pPr marL="914400" algn="l" defTabSz="457200" rtl="0" eaLnBrk="1" fontAlgn="base" hangingPunct="1">
        <a:spcBef>
          <a:spcPct val="0"/>
        </a:spcBef>
        <a:spcAft>
          <a:spcPct val="0"/>
        </a:spcAft>
        <a:defRPr sz="2000">
          <a:solidFill>
            <a:schemeClr val="tx1"/>
          </a:solidFill>
          <a:latin typeface="Futura" charset="0"/>
          <a:ea typeface="ＭＳ Ｐゴシック" charset="0"/>
        </a:defRPr>
      </a:lvl7pPr>
      <a:lvl8pPr marL="1371600" algn="l" defTabSz="457200" rtl="0" eaLnBrk="1" fontAlgn="base" hangingPunct="1">
        <a:spcBef>
          <a:spcPct val="0"/>
        </a:spcBef>
        <a:spcAft>
          <a:spcPct val="0"/>
        </a:spcAft>
        <a:defRPr sz="2000">
          <a:solidFill>
            <a:schemeClr val="tx1"/>
          </a:solidFill>
          <a:latin typeface="Futura" charset="0"/>
          <a:ea typeface="ＭＳ Ｐゴシック" charset="0"/>
        </a:defRPr>
      </a:lvl8pPr>
      <a:lvl9pPr marL="1828800" algn="l" defTabSz="457200" rtl="0" eaLnBrk="1" fontAlgn="base" hangingPunct="1">
        <a:spcBef>
          <a:spcPct val="0"/>
        </a:spcBef>
        <a:spcAft>
          <a:spcPct val="0"/>
        </a:spcAft>
        <a:defRPr sz="2000">
          <a:solidFill>
            <a:schemeClr val="tx1"/>
          </a:solidFill>
          <a:latin typeface="Futura" charset="0"/>
          <a:ea typeface="ＭＳ Ｐゴシック" charset="0"/>
        </a:defRPr>
      </a:lvl9pPr>
    </p:titleStyle>
    <p:bodyStyle>
      <a:lvl1pPr marL="342900" indent="-342900" algn="l" defTabSz="457200" rtl="0" eaLnBrk="1" fontAlgn="base" hangingPunct="1">
        <a:spcBef>
          <a:spcPct val="20000"/>
        </a:spcBef>
        <a:spcAft>
          <a:spcPct val="0"/>
        </a:spcAft>
        <a:buFont typeface="Symbol" panose="05050102010706020507" pitchFamily="18" charset="2"/>
        <a:defRPr sz="1200" kern="1200">
          <a:solidFill>
            <a:srgbClr val="262A31"/>
          </a:solidFill>
          <a:latin typeface="Arial"/>
          <a:ea typeface="MS PGothic" panose="020B0600070205080204" pitchFamily="34" charset="-128"/>
          <a:cs typeface="Arial"/>
        </a:defRPr>
      </a:lvl1pPr>
      <a:lvl2pPr marL="457200" algn="l" defTabSz="457200" rtl="0" eaLnBrk="1" fontAlgn="base" hangingPunct="1">
        <a:spcBef>
          <a:spcPct val="20000"/>
        </a:spcBef>
        <a:spcAft>
          <a:spcPct val="0"/>
        </a:spcAft>
        <a:buFont typeface="Arial" panose="020B0604020202020204" pitchFamily="34" charset="0"/>
        <a:defRPr kern="1200">
          <a:solidFill>
            <a:schemeClr val="tx1"/>
          </a:solidFill>
          <a:latin typeface="Arial"/>
          <a:ea typeface="MS PGothic" panose="020B0600070205080204" pitchFamily="34" charset="-128"/>
          <a:cs typeface="Arial"/>
        </a:defRPr>
      </a:lvl2pPr>
      <a:lvl3pPr marL="914400" algn="l" defTabSz="457200" rtl="0" eaLnBrk="1" fontAlgn="base" hangingPunct="1">
        <a:spcBef>
          <a:spcPct val="20000"/>
        </a:spcBef>
        <a:spcAft>
          <a:spcPct val="0"/>
        </a:spcAft>
        <a:buFont typeface="Arial" panose="020B0604020202020204" pitchFamily="34" charset="0"/>
        <a:defRPr sz="1200" kern="1200">
          <a:solidFill>
            <a:schemeClr val="tx1"/>
          </a:solidFill>
          <a:latin typeface="Arial"/>
          <a:ea typeface="MS PGothic" panose="020B0600070205080204" pitchFamily="34" charset="-128"/>
          <a:cs typeface="Arial"/>
        </a:defRPr>
      </a:lvl3pPr>
      <a:lvl4pPr marL="1371600" algn="l" defTabSz="457200" rtl="0" eaLnBrk="1" fontAlgn="base" hangingPunct="1">
        <a:spcBef>
          <a:spcPct val="20000"/>
        </a:spcBef>
        <a:spcAft>
          <a:spcPct val="0"/>
        </a:spcAft>
        <a:buFont typeface="Arial" panose="020B0604020202020204" pitchFamily="34" charset="0"/>
        <a:defRPr sz="1200" kern="1200">
          <a:solidFill>
            <a:schemeClr val="tx1"/>
          </a:solidFill>
          <a:latin typeface="Arial"/>
          <a:ea typeface="MS PGothic" panose="020B0600070205080204" pitchFamily="34" charset="-128"/>
          <a:cs typeface="Arial"/>
        </a:defRPr>
      </a:lvl4pPr>
      <a:lvl5pPr marL="1828800" algn="l" defTabSz="457200" rtl="0" eaLnBrk="1" fontAlgn="base" hangingPunct="1">
        <a:spcBef>
          <a:spcPct val="20000"/>
        </a:spcBef>
        <a:spcAft>
          <a:spcPct val="0"/>
        </a:spcAft>
        <a:buFont typeface="Arial" panose="020B0604020202020204" pitchFamily="34" charset="0"/>
        <a:defRPr sz="1200" kern="1200">
          <a:solidFill>
            <a:schemeClr val="tx1"/>
          </a:solidFill>
          <a:latin typeface="Arial"/>
          <a:ea typeface="MS PGothic" panose="020B0600070205080204" pitchFamily="34"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el 1"/>
          <p:cNvSpPr>
            <a:spLocks noGrp="1"/>
          </p:cNvSpPr>
          <p:nvPr>
            <p:ph type="ctrTitle"/>
          </p:nvPr>
        </p:nvSpPr>
        <p:spPr bwMode="auto">
          <a:xfrm>
            <a:off x="295275" y="2079625"/>
            <a:ext cx="8093075" cy="1485900"/>
          </a:xfrm>
        </p:spPr>
        <p:txBody>
          <a:bodyPr wrap="square" numCol="1" anchorCtr="0" compatLnSpc="1">
            <a:prstTxWarp prst="textNoShape">
              <a:avLst/>
            </a:prstTxWarp>
          </a:bodyPr>
          <a:lstStyle/>
          <a:p>
            <a:pPr eaLnBrk="1" hangingPunct="1"/>
            <a:r>
              <a:rPr lang="de-DE" altLang="de-DE" sz="2800" cap="none" dirty="0">
                <a:latin typeface="Arial" panose="020B0604020202020204" pitchFamily="34" charset="0"/>
                <a:cs typeface="Arial" panose="020B0604020202020204" pitchFamily="34" charset="0"/>
              </a:rPr>
              <a:t>Testing Market Efficiency of BTC using ML</a:t>
            </a:r>
          </a:p>
        </p:txBody>
      </p:sp>
      <p:sp>
        <p:nvSpPr>
          <p:cNvPr id="17411" name="Untertitel 2"/>
          <p:cNvSpPr>
            <a:spLocks noGrp="1"/>
          </p:cNvSpPr>
          <p:nvPr>
            <p:ph type="subTitle" idx="1"/>
          </p:nvPr>
        </p:nvSpPr>
        <p:spPr>
          <a:xfrm>
            <a:off x="295275" y="1606550"/>
            <a:ext cx="6400800" cy="473075"/>
          </a:xfrm>
        </p:spPr>
        <p:txBody>
          <a:bodyPr/>
          <a:lstStyle/>
          <a:p>
            <a:pPr eaLnBrk="1" hangingPunct="1"/>
            <a:endParaRPr lang="de-DE" altLang="de-DE" dirty="0">
              <a:latin typeface="Arial" panose="020B0604020202020204" pitchFamily="34" charset="0"/>
              <a:cs typeface="Arial" panose="020B0604020202020204" pitchFamily="34" charset="0"/>
            </a:endParaRPr>
          </a:p>
        </p:txBody>
      </p:sp>
      <p:sp>
        <p:nvSpPr>
          <p:cNvPr id="17412" name="Bildplatzhalter 1"/>
          <p:cNvSpPr>
            <a:spLocks noGrp="1" noTextEdit="1"/>
          </p:cNvSpPr>
          <p:nvPr>
            <p:ph type="pic" sz="quarter" idx="11"/>
          </p:nvPr>
        </p:nvSpPr>
        <p:spPr>
          <a:xfrm>
            <a:off x="295275" y="4438650"/>
            <a:ext cx="2044700" cy="517525"/>
          </a:xfrm>
        </p:spPr>
        <p:txBody>
          <a:bodyPr/>
          <a:lstStyle/>
          <a:p>
            <a:endParaRPr lang="en-DE"/>
          </a:p>
        </p:txBody>
      </p:sp>
      <p:sp>
        <p:nvSpPr>
          <p:cNvPr id="17413" name="Bildplatzhalter 1"/>
          <p:cNvSpPr>
            <a:spLocks noGrp="1" noTextEdit="1"/>
          </p:cNvSpPr>
          <p:nvPr>
            <p:ph type="pic" sz="quarter" idx="12"/>
          </p:nvPr>
        </p:nvSpPr>
        <p:spPr>
          <a:xfrm>
            <a:off x="2473325" y="4438650"/>
            <a:ext cx="2044700" cy="517525"/>
          </a:xfrm>
        </p:spPr>
        <p:txBody>
          <a:bodyPr/>
          <a:lstStyle/>
          <a:p>
            <a:endParaRPr lang="en-DE"/>
          </a:p>
        </p:txBody>
      </p:sp>
      <p:sp>
        <p:nvSpPr>
          <p:cNvPr id="17414" name="Inhaltsplatzhalter 3"/>
          <p:cNvSpPr>
            <a:spLocks noGrp="1"/>
          </p:cNvSpPr>
          <p:nvPr>
            <p:ph sz="half" idx="4294967295"/>
          </p:nvPr>
        </p:nvSpPr>
        <p:spPr>
          <a:xfrm>
            <a:off x="295275" y="3600450"/>
            <a:ext cx="3744913" cy="517525"/>
          </a:xfrm>
        </p:spPr>
        <p:txBody>
          <a:bodyPr/>
          <a:lstStyle/>
          <a:p>
            <a:pPr marL="0" indent="0" eaLnBrk="1" hangingPunct="1"/>
            <a:r>
              <a:rPr lang="de-DE" altLang="de-DE" sz="1600" dirty="0">
                <a:latin typeface="Arial" panose="020B0604020202020204" pitchFamily="34" charset="0"/>
                <a:cs typeface="Arial" panose="020B0604020202020204" pitchFamily="34" charset="0"/>
              </a:rPr>
              <a:t>Leipzig, 04.12.2025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ABDF911-2B25-D8A4-58D2-49C4ACEA7FC6}"/>
              </a:ext>
            </a:extLst>
          </p:cNvPr>
          <p:cNvSpPr>
            <a:spLocks noGrp="1"/>
          </p:cNvSpPr>
          <p:nvPr>
            <p:ph type="title"/>
          </p:nvPr>
        </p:nvSpPr>
        <p:spPr/>
        <p:txBody>
          <a:bodyPr/>
          <a:lstStyle/>
          <a:p>
            <a:r>
              <a:rPr lang="en-US" dirty="0"/>
              <a:t>Agenda</a:t>
            </a:r>
            <a:endParaRPr lang="en-DE" dirty="0"/>
          </a:p>
        </p:txBody>
      </p:sp>
      <p:sp>
        <p:nvSpPr>
          <p:cNvPr id="11" name="Content Placeholder 10">
            <a:extLst>
              <a:ext uri="{FF2B5EF4-FFF2-40B4-BE49-F238E27FC236}">
                <a16:creationId xmlns:a16="http://schemas.microsoft.com/office/drawing/2014/main" id="{8B5941CA-4DEE-99BC-997A-95510364970F}"/>
              </a:ext>
            </a:extLst>
          </p:cNvPr>
          <p:cNvSpPr>
            <a:spLocks noGrp="1"/>
          </p:cNvSpPr>
          <p:nvPr>
            <p:ph idx="1"/>
          </p:nvPr>
        </p:nvSpPr>
        <p:spPr/>
        <p:txBody>
          <a:bodyPr/>
          <a:lstStyle/>
          <a:p>
            <a:r>
              <a:rPr lang="en-US" dirty="0"/>
              <a:t>Background + EMH  (Rohit)</a:t>
            </a:r>
          </a:p>
          <a:p>
            <a:r>
              <a:rPr lang="en-US" dirty="0"/>
              <a:t>Sentiment analysis (Daniel? Or Rohit)</a:t>
            </a:r>
          </a:p>
          <a:p>
            <a:r>
              <a:rPr lang="en-US" dirty="0"/>
              <a:t>Categorizing users (Johannes)</a:t>
            </a:r>
          </a:p>
          <a:p>
            <a:r>
              <a:rPr lang="en-US" dirty="0"/>
              <a:t>Prediction plans (Ostap)</a:t>
            </a:r>
          </a:p>
          <a:p>
            <a:endParaRPr lang="en-US" dirty="0"/>
          </a:p>
          <a:p>
            <a:endParaRPr lang="en-US" dirty="0"/>
          </a:p>
          <a:p>
            <a:endParaRPr lang="en-DE" dirty="0"/>
          </a:p>
        </p:txBody>
      </p:sp>
    </p:spTree>
    <p:extLst>
      <p:ext uri="{BB962C8B-B14F-4D97-AF65-F5344CB8AC3E}">
        <p14:creationId xmlns:p14="http://schemas.microsoft.com/office/powerpoint/2010/main" val="1614629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99242-B38E-47C9-1770-FA4A4A3125DA}"/>
              </a:ext>
            </a:extLst>
          </p:cNvPr>
          <p:cNvSpPr>
            <a:spLocks noGrp="1"/>
          </p:cNvSpPr>
          <p:nvPr>
            <p:ph type="title"/>
          </p:nvPr>
        </p:nvSpPr>
        <p:spPr/>
        <p:txBody>
          <a:bodyPr/>
          <a:lstStyle/>
          <a:p>
            <a:r>
              <a:rPr lang="en-GB" dirty="0"/>
              <a:t>Efficient Market Hypothesis</a:t>
            </a:r>
            <a:endParaRPr lang="en-DE" dirty="0"/>
          </a:p>
        </p:txBody>
      </p:sp>
      <p:sp>
        <p:nvSpPr>
          <p:cNvPr id="3" name="Content Placeholder 2">
            <a:extLst>
              <a:ext uri="{FF2B5EF4-FFF2-40B4-BE49-F238E27FC236}">
                <a16:creationId xmlns:a16="http://schemas.microsoft.com/office/drawing/2014/main" id="{7CBEFE79-DDC3-DDE6-7E2F-4504A11C120B}"/>
              </a:ext>
            </a:extLst>
          </p:cNvPr>
          <p:cNvSpPr>
            <a:spLocks noGrp="1"/>
          </p:cNvSpPr>
          <p:nvPr>
            <p:ph idx="1"/>
          </p:nvPr>
        </p:nvSpPr>
        <p:spPr/>
        <p:txBody>
          <a:bodyPr/>
          <a:lstStyle/>
          <a:p>
            <a:r>
              <a:rPr lang="en-GB" dirty="0"/>
              <a:t>Essentially, Markets or asset prices incorporate all available information. </a:t>
            </a:r>
          </a:p>
          <a:p>
            <a:r>
              <a:rPr lang="en-GB" dirty="0"/>
              <a:t>In an efficient market: prices adjust quickly and accurately to new information. So, new information is reflected in the price.</a:t>
            </a:r>
          </a:p>
          <a:p>
            <a:r>
              <a:rPr lang="en-GB" dirty="0"/>
              <a:t>Therefore, you cannot beat the market.</a:t>
            </a:r>
          </a:p>
          <a:p>
            <a:endParaRPr lang="en-GB" dirty="0"/>
          </a:p>
          <a:p>
            <a:endParaRPr lang="en-DE" dirty="0"/>
          </a:p>
        </p:txBody>
      </p:sp>
      <p:sp>
        <p:nvSpPr>
          <p:cNvPr id="4" name="Slide Number Placeholder 3">
            <a:extLst>
              <a:ext uri="{FF2B5EF4-FFF2-40B4-BE49-F238E27FC236}">
                <a16:creationId xmlns:a16="http://schemas.microsoft.com/office/drawing/2014/main" id="{3605B8CE-9E31-53F6-9E39-B7BDBEB65955}"/>
              </a:ext>
            </a:extLst>
          </p:cNvPr>
          <p:cNvSpPr>
            <a:spLocks noGrp="1"/>
          </p:cNvSpPr>
          <p:nvPr>
            <p:ph type="sldNum" sz="quarter" idx="4"/>
          </p:nvPr>
        </p:nvSpPr>
        <p:spPr/>
        <p:txBody>
          <a:bodyPr/>
          <a:lstStyle/>
          <a:p>
            <a:pPr>
              <a:defRPr/>
            </a:pPr>
            <a:fld id="{AFCF9BA9-AB08-46E1-A235-3AC71B2FE2C1}" type="slidenum">
              <a:rPr lang="de-DE" altLang="de-DE" sz="1000" smtClean="0">
                <a:solidFill>
                  <a:srgbClr val="D8413E"/>
                </a:solidFill>
                <a:latin typeface="Arial" panose="020B0604020202020204" pitchFamily="34" charset="0"/>
                <a:cs typeface="Arial" panose="020B0604020202020204" pitchFamily="34" charset="0"/>
              </a:rPr>
              <a:pPr>
                <a:defRPr/>
              </a:pPr>
              <a:t>3</a:t>
            </a:fld>
            <a:endParaRPr lang="de-DE" altLang="de-DE" sz="1000" dirty="0">
              <a:solidFill>
                <a:srgbClr val="D8413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52353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0B24514-AB6B-7CD4-7D14-9789D66F8293}"/>
              </a:ext>
            </a:extLst>
          </p:cNvPr>
          <p:cNvSpPr>
            <a:spLocks noGrp="1"/>
          </p:cNvSpPr>
          <p:nvPr>
            <p:ph type="title"/>
          </p:nvPr>
        </p:nvSpPr>
        <p:spPr/>
        <p:txBody>
          <a:bodyPr/>
          <a:lstStyle/>
          <a:p>
            <a:pPr algn="ctr"/>
            <a:r>
              <a:rPr lang="en-GB" sz="2400" dirty="0"/>
              <a:t>Forms of Efficient Market</a:t>
            </a:r>
            <a:endParaRPr lang="en-DE" sz="2400" dirty="0"/>
          </a:p>
        </p:txBody>
      </p:sp>
      <p:sp>
        <p:nvSpPr>
          <p:cNvPr id="11" name="Content Placeholder 10">
            <a:extLst>
              <a:ext uri="{FF2B5EF4-FFF2-40B4-BE49-F238E27FC236}">
                <a16:creationId xmlns:a16="http://schemas.microsoft.com/office/drawing/2014/main" id="{09D9BF3B-233D-33D2-5630-1012CC251E95}"/>
              </a:ext>
            </a:extLst>
          </p:cNvPr>
          <p:cNvSpPr>
            <a:spLocks noGrp="1"/>
          </p:cNvSpPr>
          <p:nvPr>
            <p:ph idx="1"/>
          </p:nvPr>
        </p:nvSpPr>
        <p:spPr>
          <a:xfrm>
            <a:off x="457200" y="1617133"/>
            <a:ext cx="2448370" cy="2977092"/>
          </a:xfrm>
        </p:spPr>
        <p:txBody>
          <a:bodyPr/>
          <a:lstStyle/>
          <a:p>
            <a:pPr marL="0" indent="0">
              <a:buNone/>
            </a:pPr>
            <a:r>
              <a:rPr lang="en-GB" dirty="0">
                <a:latin typeface="Tenorite" panose="00000500000000000000" pitchFamily="2" charset="0"/>
              </a:rPr>
              <a:t>Price of the stock reflects all information about its historical prices. Ergo, understanding the past value of the stock does not tell you what the price will be in the future. (Technical Analysis)</a:t>
            </a:r>
          </a:p>
          <a:p>
            <a:endParaRPr lang="en-DE" dirty="0"/>
          </a:p>
        </p:txBody>
      </p:sp>
      <p:sp>
        <p:nvSpPr>
          <p:cNvPr id="12" name="Text Placeholder 11">
            <a:extLst>
              <a:ext uri="{FF2B5EF4-FFF2-40B4-BE49-F238E27FC236}">
                <a16:creationId xmlns:a16="http://schemas.microsoft.com/office/drawing/2014/main" id="{C97ACF39-C8CA-7E1A-5427-F64263099DD2}"/>
              </a:ext>
            </a:extLst>
          </p:cNvPr>
          <p:cNvSpPr>
            <a:spLocks noGrp="1"/>
          </p:cNvSpPr>
          <p:nvPr>
            <p:ph type="body" sz="quarter" idx="13"/>
          </p:nvPr>
        </p:nvSpPr>
        <p:spPr>
          <a:xfrm>
            <a:off x="457200" y="1139588"/>
            <a:ext cx="2448370" cy="364092"/>
          </a:xfrm>
        </p:spPr>
        <p:txBody>
          <a:bodyPr/>
          <a:lstStyle/>
          <a:p>
            <a:pPr algn="ctr"/>
            <a:r>
              <a:rPr lang="en-GB" sz="1800" b="1" dirty="0">
                <a:latin typeface="Tenorite" panose="00000500000000000000" pitchFamily="2" charset="0"/>
              </a:rPr>
              <a:t>Weak Form</a:t>
            </a:r>
            <a:endParaRPr lang="en-DE" sz="1800" b="1" dirty="0">
              <a:latin typeface="Tenorite" panose="00000500000000000000" pitchFamily="2" charset="0"/>
            </a:endParaRPr>
          </a:p>
        </p:txBody>
      </p:sp>
      <p:sp>
        <p:nvSpPr>
          <p:cNvPr id="13" name="Content Placeholder 12">
            <a:extLst>
              <a:ext uri="{FF2B5EF4-FFF2-40B4-BE49-F238E27FC236}">
                <a16:creationId xmlns:a16="http://schemas.microsoft.com/office/drawing/2014/main" id="{CFBC5373-1802-C80D-C8A9-703CF4118E9C}"/>
              </a:ext>
            </a:extLst>
          </p:cNvPr>
          <p:cNvSpPr>
            <a:spLocks noGrp="1"/>
          </p:cNvSpPr>
          <p:nvPr>
            <p:ph idx="14"/>
          </p:nvPr>
        </p:nvSpPr>
        <p:spPr>
          <a:xfrm>
            <a:off x="6238430" y="1617133"/>
            <a:ext cx="2448370" cy="2977092"/>
          </a:xfrm>
        </p:spPr>
        <p:txBody>
          <a:bodyPr/>
          <a:lstStyle/>
          <a:p>
            <a:pPr marL="0" indent="0">
              <a:buNone/>
            </a:pPr>
            <a:r>
              <a:rPr lang="en-GB" dirty="0">
                <a:latin typeface="Tenorite" panose="00000500000000000000" pitchFamily="2" charset="0"/>
              </a:rPr>
              <a:t>Share prices fully and fairly reflect not only all publicly available information and all past information, but also all private information (insider information) as well.</a:t>
            </a:r>
            <a:endParaRPr lang="en-DE" dirty="0">
              <a:latin typeface="Tenorite" panose="00000500000000000000" pitchFamily="2" charset="0"/>
            </a:endParaRPr>
          </a:p>
          <a:p>
            <a:endParaRPr lang="en-DE" dirty="0"/>
          </a:p>
        </p:txBody>
      </p:sp>
      <p:sp>
        <p:nvSpPr>
          <p:cNvPr id="4" name="Slide Number Placeholder 3">
            <a:extLst>
              <a:ext uri="{FF2B5EF4-FFF2-40B4-BE49-F238E27FC236}">
                <a16:creationId xmlns:a16="http://schemas.microsoft.com/office/drawing/2014/main" id="{E2401D33-667B-8AD5-512F-6A8689E094C7}"/>
              </a:ext>
            </a:extLst>
          </p:cNvPr>
          <p:cNvSpPr>
            <a:spLocks noGrp="1"/>
          </p:cNvSpPr>
          <p:nvPr>
            <p:ph type="sldNum" sz="quarter" idx="4"/>
          </p:nvPr>
        </p:nvSpPr>
        <p:spPr/>
        <p:txBody>
          <a:bodyPr/>
          <a:lstStyle/>
          <a:p>
            <a:pPr>
              <a:defRPr/>
            </a:pPr>
            <a:fld id="{AFCF9BA9-AB08-46E1-A235-3AC71B2FE2C1}" type="slidenum">
              <a:rPr lang="de-DE" altLang="de-DE" sz="1000" smtClean="0">
                <a:solidFill>
                  <a:srgbClr val="D8413E"/>
                </a:solidFill>
                <a:latin typeface="Arial" panose="020B0604020202020204" pitchFamily="34" charset="0"/>
                <a:cs typeface="Arial" panose="020B0604020202020204" pitchFamily="34" charset="0"/>
              </a:rPr>
              <a:pPr>
                <a:defRPr/>
              </a:pPr>
              <a:t>4</a:t>
            </a:fld>
            <a:endParaRPr lang="de-DE" altLang="de-DE" sz="1000" dirty="0">
              <a:solidFill>
                <a:srgbClr val="D8413E"/>
              </a:solidFill>
              <a:latin typeface="Arial" panose="020B0604020202020204" pitchFamily="34" charset="0"/>
              <a:cs typeface="Arial" panose="020B0604020202020204" pitchFamily="34" charset="0"/>
            </a:endParaRPr>
          </a:p>
        </p:txBody>
      </p:sp>
      <p:sp>
        <p:nvSpPr>
          <p:cNvPr id="14" name="Content Placeholder 10">
            <a:extLst>
              <a:ext uri="{FF2B5EF4-FFF2-40B4-BE49-F238E27FC236}">
                <a16:creationId xmlns:a16="http://schemas.microsoft.com/office/drawing/2014/main" id="{EA93DED6-00B9-1055-41DD-918497A70707}"/>
              </a:ext>
            </a:extLst>
          </p:cNvPr>
          <p:cNvSpPr txBox="1">
            <a:spLocks/>
          </p:cNvSpPr>
          <p:nvPr/>
        </p:nvSpPr>
        <p:spPr>
          <a:xfrm>
            <a:off x="3347815" y="1597289"/>
            <a:ext cx="2448370" cy="2977092"/>
          </a:xfrm>
          <a:prstGeom prst="rect">
            <a:avLst/>
          </a:prstGeom>
        </p:spPr>
        <p:txBody>
          <a:bodyPr>
            <a:noAutofit/>
          </a:bodyPr>
          <a:lstStyle>
            <a:lvl1pPr marL="269875" indent="-269875" algn="l" defTabSz="457200" rtl="0" eaLnBrk="1" fontAlgn="base" hangingPunct="1">
              <a:spcBef>
                <a:spcPct val="20000"/>
              </a:spcBef>
              <a:spcAft>
                <a:spcPct val="0"/>
              </a:spcAft>
              <a:buClr>
                <a:srgbClr val="D8413E"/>
              </a:buClr>
              <a:buFont typeface="Symbol" charset="2"/>
              <a:buChar char="-"/>
              <a:defRPr sz="1800" kern="1200">
                <a:solidFill>
                  <a:schemeClr val="tx1"/>
                </a:solidFill>
                <a:latin typeface="Arial"/>
                <a:ea typeface="MS PGothic" panose="020B0600070205080204" pitchFamily="34" charset="-128"/>
                <a:cs typeface="Arial"/>
              </a:defRPr>
            </a:lvl1pPr>
            <a:lvl2pPr marL="714375" indent="-257175" algn="l" defTabSz="457200" rtl="0" eaLnBrk="1" fontAlgn="base" hangingPunct="1">
              <a:spcBef>
                <a:spcPct val="20000"/>
              </a:spcBef>
              <a:spcAft>
                <a:spcPct val="0"/>
              </a:spcAft>
              <a:buClr>
                <a:srgbClr val="D8413E"/>
              </a:buClr>
              <a:buFont typeface="Symbol" charset="2"/>
              <a:buChar char="-"/>
              <a:defRPr sz="1600" kern="1200">
                <a:solidFill>
                  <a:schemeClr val="tx1"/>
                </a:solidFill>
                <a:latin typeface="Arial"/>
                <a:ea typeface="MS PGothic" panose="020B0600070205080204" pitchFamily="34" charset="-128"/>
                <a:cs typeface="Arial"/>
              </a:defRPr>
            </a:lvl2pPr>
            <a:lvl3pPr marL="1160463" indent="-246063" algn="l" defTabSz="457200" rtl="0" eaLnBrk="1" fontAlgn="base" hangingPunct="1">
              <a:spcBef>
                <a:spcPct val="20000"/>
              </a:spcBef>
              <a:spcAft>
                <a:spcPct val="0"/>
              </a:spcAft>
              <a:buClr>
                <a:srgbClr val="D8413E"/>
              </a:buClr>
              <a:buFont typeface="Symbol" charset="2"/>
              <a:buChar char="-"/>
              <a:defRPr sz="1600" kern="1200">
                <a:solidFill>
                  <a:schemeClr val="tx1"/>
                </a:solidFill>
                <a:latin typeface="Arial"/>
                <a:ea typeface="MS PGothic" panose="020B0600070205080204" pitchFamily="34" charset="-128"/>
                <a:cs typeface="Arial"/>
              </a:defRPr>
            </a:lvl3pPr>
            <a:lvl4pPr marL="1617663" indent="-246063" algn="l" defTabSz="457200" rtl="0" eaLnBrk="1" fontAlgn="base" hangingPunct="1">
              <a:spcBef>
                <a:spcPct val="20000"/>
              </a:spcBef>
              <a:spcAft>
                <a:spcPct val="0"/>
              </a:spcAft>
              <a:buClr>
                <a:srgbClr val="D8413E"/>
              </a:buClr>
              <a:buFont typeface="Symbol" charset="2"/>
              <a:buChar char="-"/>
              <a:defRPr sz="1600" kern="1200">
                <a:solidFill>
                  <a:schemeClr val="tx1"/>
                </a:solidFill>
                <a:latin typeface="Arial"/>
                <a:ea typeface="MS PGothic" panose="020B0600070205080204" pitchFamily="34" charset="-128"/>
                <a:cs typeface="Arial"/>
              </a:defRPr>
            </a:lvl4pPr>
            <a:lvl5pPr marL="2000250" indent="-171450" algn="l" defTabSz="457200" rtl="0" eaLnBrk="1" fontAlgn="base" hangingPunct="1">
              <a:spcBef>
                <a:spcPct val="20000"/>
              </a:spcBef>
              <a:spcAft>
                <a:spcPct val="0"/>
              </a:spcAft>
              <a:buClr>
                <a:srgbClr val="D8413E"/>
              </a:buClr>
              <a:buFont typeface="Symbol" charset="2"/>
              <a:buChar char="-"/>
              <a:defRPr sz="1600" kern="1200">
                <a:solidFill>
                  <a:schemeClr val="tx1"/>
                </a:solidFill>
                <a:latin typeface="Arial"/>
                <a:ea typeface="MS PGothic" panose="020B0600070205080204" pitchFamily="34"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GB" dirty="0">
                <a:latin typeface="Tenorite" panose="00000500000000000000" pitchFamily="2" charset="0"/>
              </a:rPr>
              <a:t>All publicly available information is reflected in the stock price. (Fundamental Analysis)</a:t>
            </a:r>
            <a:endParaRPr lang="en-DE" dirty="0">
              <a:latin typeface="Tenorite" panose="00000500000000000000" pitchFamily="2" charset="0"/>
            </a:endParaRPr>
          </a:p>
          <a:p>
            <a:endParaRPr lang="en-DE" dirty="0"/>
          </a:p>
        </p:txBody>
      </p:sp>
      <p:sp>
        <p:nvSpPr>
          <p:cNvPr id="15" name="Text Placeholder 11">
            <a:extLst>
              <a:ext uri="{FF2B5EF4-FFF2-40B4-BE49-F238E27FC236}">
                <a16:creationId xmlns:a16="http://schemas.microsoft.com/office/drawing/2014/main" id="{F2A6DED6-1D03-AFB6-D8CA-DB82DE51FFDD}"/>
              </a:ext>
            </a:extLst>
          </p:cNvPr>
          <p:cNvSpPr txBox="1">
            <a:spLocks/>
          </p:cNvSpPr>
          <p:nvPr/>
        </p:nvSpPr>
        <p:spPr>
          <a:xfrm>
            <a:off x="3347815" y="1139588"/>
            <a:ext cx="2448370" cy="364092"/>
          </a:xfrm>
          <a:prstGeom prst="rect">
            <a:avLst/>
          </a:prstGeom>
        </p:spPr>
        <p:txBody>
          <a:bodyPr anchor="b">
            <a:noAutofit/>
          </a:bodyPr>
          <a:lstStyle>
            <a:lvl1pPr marL="342900" indent="-342900" algn="l" defTabSz="457200" rtl="0" eaLnBrk="1" fontAlgn="base" hangingPunct="1">
              <a:spcBef>
                <a:spcPct val="20000"/>
              </a:spcBef>
              <a:spcAft>
                <a:spcPct val="0"/>
              </a:spcAft>
              <a:buFont typeface="Symbol" panose="05050102010706020507" pitchFamily="18" charset="2"/>
              <a:defRPr sz="1400" kern="1200" cap="all">
                <a:solidFill>
                  <a:schemeClr val="tx1"/>
                </a:solidFill>
                <a:latin typeface="Arial"/>
                <a:ea typeface="MS PGothic" panose="020B0600070205080204" pitchFamily="34" charset="-128"/>
                <a:cs typeface="Arial"/>
              </a:defRPr>
            </a:lvl1pPr>
            <a:lvl2pPr marL="457200" algn="l" defTabSz="457200" rtl="0" eaLnBrk="1" fontAlgn="base" hangingPunct="1">
              <a:spcBef>
                <a:spcPct val="20000"/>
              </a:spcBef>
              <a:spcAft>
                <a:spcPct val="0"/>
              </a:spcAft>
              <a:buFont typeface="Arial" panose="020B0604020202020204" pitchFamily="34" charset="0"/>
              <a:defRPr kern="1200">
                <a:solidFill>
                  <a:schemeClr val="tx1"/>
                </a:solidFill>
                <a:latin typeface="Arial"/>
                <a:ea typeface="MS PGothic" panose="020B0600070205080204" pitchFamily="34" charset="-128"/>
                <a:cs typeface="Arial"/>
              </a:defRPr>
            </a:lvl2pPr>
            <a:lvl3pPr marL="914400" algn="l" defTabSz="457200" rtl="0" eaLnBrk="1" fontAlgn="base" hangingPunct="1">
              <a:spcBef>
                <a:spcPct val="20000"/>
              </a:spcBef>
              <a:spcAft>
                <a:spcPct val="0"/>
              </a:spcAft>
              <a:buFont typeface="Arial" panose="020B0604020202020204" pitchFamily="34" charset="0"/>
              <a:defRPr sz="1200" kern="1200">
                <a:solidFill>
                  <a:schemeClr val="tx1"/>
                </a:solidFill>
                <a:latin typeface="Arial"/>
                <a:ea typeface="MS PGothic" panose="020B0600070205080204" pitchFamily="34" charset="-128"/>
                <a:cs typeface="Arial"/>
              </a:defRPr>
            </a:lvl3pPr>
            <a:lvl4pPr marL="1371600" algn="l" defTabSz="457200" rtl="0" eaLnBrk="1" fontAlgn="base" hangingPunct="1">
              <a:spcBef>
                <a:spcPct val="20000"/>
              </a:spcBef>
              <a:spcAft>
                <a:spcPct val="0"/>
              </a:spcAft>
              <a:buFont typeface="Arial" panose="020B0604020202020204" pitchFamily="34" charset="0"/>
              <a:defRPr sz="1200" kern="1200">
                <a:solidFill>
                  <a:schemeClr val="tx1"/>
                </a:solidFill>
                <a:latin typeface="Arial"/>
                <a:ea typeface="MS PGothic" panose="020B0600070205080204" pitchFamily="34" charset="-128"/>
                <a:cs typeface="Arial"/>
              </a:defRPr>
            </a:lvl4pPr>
            <a:lvl5pPr marL="1828800" algn="l" defTabSz="457200" rtl="0" eaLnBrk="1" fontAlgn="base" hangingPunct="1">
              <a:spcBef>
                <a:spcPct val="20000"/>
              </a:spcBef>
              <a:spcAft>
                <a:spcPct val="0"/>
              </a:spcAft>
              <a:buFont typeface="Arial" panose="020B0604020202020204" pitchFamily="34" charset="0"/>
              <a:defRPr sz="1200" kern="1200">
                <a:solidFill>
                  <a:schemeClr val="tx1"/>
                </a:solidFill>
                <a:latin typeface="Arial"/>
                <a:ea typeface="MS PGothic" panose="020B0600070205080204" pitchFamily="34"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GB" sz="1800" b="1" dirty="0">
                <a:latin typeface="Tenorite" panose="00000500000000000000" pitchFamily="2" charset="0"/>
              </a:rPr>
              <a:t>Semi Strong</a:t>
            </a:r>
            <a:endParaRPr lang="en-DE" sz="1800" b="1" dirty="0">
              <a:latin typeface="Tenorite" panose="00000500000000000000" pitchFamily="2" charset="0"/>
            </a:endParaRPr>
          </a:p>
        </p:txBody>
      </p:sp>
      <p:sp>
        <p:nvSpPr>
          <p:cNvPr id="16" name="Text Placeholder 11">
            <a:extLst>
              <a:ext uri="{FF2B5EF4-FFF2-40B4-BE49-F238E27FC236}">
                <a16:creationId xmlns:a16="http://schemas.microsoft.com/office/drawing/2014/main" id="{2C574C20-B626-EFE1-C57B-CA4DF34F5373}"/>
              </a:ext>
            </a:extLst>
          </p:cNvPr>
          <p:cNvSpPr txBox="1">
            <a:spLocks/>
          </p:cNvSpPr>
          <p:nvPr/>
        </p:nvSpPr>
        <p:spPr>
          <a:xfrm>
            <a:off x="6238430" y="1139588"/>
            <a:ext cx="2448370" cy="364092"/>
          </a:xfrm>
          <a:prstGeom prst="rect">
            <a:avLst/>
          </a:prstGeom>
        </p:spPr>
        <p:txBody>
          <a:bodyPr anchor="b">
            <a:noAutofit/>
          </a:bodyPr>
          <a:lstStyle>
            <a:lvl1pPr marL="342900" indent="-342900" algn="l" defTabSz="457200" rtl="0" eaLnBrk="1" fontAlgn="base" hangingPunct="1">
              <a:spcBef>
                <a:spcPct val="20000"/>
              </a:spcBef>
              <a:spcAft>
                <a:spcPct val="0"/>
              </a:spcAft>
              <a:buFont typeface="Symbol" panose="05050102010706020507" pitchFamily="18" charset="2"/>
              <a:defRPr sz="1400" kern="1200" cap="all">
                <a:solidFill>
                  <a:schemeClr val="tx1"/>
                </a:solidFill>
                <a:latin typeface="Arial"/>
                <a:ea typeface="MS PGothic" panose="020B0600070205080204" pitchFamily="34" charset="-128"/>
                <a:cs typeface="Arial"/>
              </a:defRPr>
            </a:lvl1pPr>
            <a:lvl2pPr marL="457200" algn="l" defTabSz="457200" rtl="0" eaLnBrk="1" fontAlgn="base" hangingPunct="1">
              <a:spcBef>
                <a:spcPct val="20000"/>
              </a:spcBef>
              <a:spcAft>
                <a:spcPct val="0"/>
              </a:spcAft>
              <a:buFont typeface="Arial" panose="020B0604020202020204" pitchFamily="34" charset="0"/>
              <a:defRPr kern="1200">
                <a:solidFill>
                  <a:schemeClr val="tx1"/>
                </a:solidFill>
                <a:latin typeface="Arial"/>
                <a:ea typeface="MS PGothic" panose="020B0600070205080204" pitchFamily="34" charset="-128"/>
                <a:cs typeface="Arial"/>
              </a:defRPr>
            </a:lvl2pPr>
            <a:lvl3pPr marL="914400" algn="l" defTabSz="457200" rtl="0" eaLnBrk="1" fontAlgn="base" hangingPunct="1">
              <a:spcBef>
                <a:spcPct val="20000"/>
              </a:spcBef>
              <a:spcAft>
                <a:spcPct val="0"/>
              </a:spcAft>
              <a:buFont typeface="Arial" panose="020B0604020202020204" pitchFamily="34" charset="0"/>
              <a:defRPr sz="1200" kern="1200">
                <a:solidFill>
                  <a:schemeClr val="tx1"/>
                </a:solidFill>
                <a:latin typeface="Arial"/>
                <a:ea typeface="MS PGothic" panose="020B0600070205080204" pitchFamily="34" charset="-128"/>
                <a:cs typeface="Arial"/>
              </a:defRPr>
            </a:lvl3pPr>
            <a:lvl4pPr marL="1371600" algn="l" defTabSz="457200" rtl="0" eaLnBrk="1" fontAlgn="base" hangingPunct="1">
              <a:spcBef>
                <a:spcPct val="20000"/>
              </a:spcBef>
              <a:spcAft>
                <a:spcPct val="0"/>
              </a:spcAft>
              <a:buFont typeface="Arial" panose="020B0604020202020204" pitchFamily="34" charset="0"/>
              <a:defRPr sz="1200" kern="1200">
                <a:solidFill>
                  <a:schemeClr val="tx1"/>
                </a:solidFill>
                <a:latin typeface="Arial"/>
                <a:ea typeface="MS PGothic" panose="020B0600070205080204" pitchFamily="34" charset="-128"/>
                <a:cs typeface="Arial"/>
              </a:defRPr>
            </a:lvl4pPr>
            <a:lvl5pPr marL="1828800" algn="l" defTabSz="457200" rtl="0" eaLnBrk="1" fontAlgn="base" hangingPunct="1">
              <a:spcBef>
                <a:spcPct val="20000"/>
              </a:spcBef>
              <a:spcAft>
                <a:spcPct val="0"/>
              </a:spcAft>
              <a:buFont typeface="Arial" panose="020B0604020202020204" pitchFamily="34" charset="0"/>
              <a:defRPr sz="1200" kern="1200">
                <a:solidFill>
                  <a:schemeClr val="tx1"/>
                </a:solidFill>
                <a:latin typeface="Arial"/>
                <a:ea typeface="MS PGothic" panose="020B0600070205080204" pitchFamily="34"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GB" sz="1800" b="1" dirty="0">
                <a:latin typeface="Tenorite" panose="00000500000000000000" pitchFamily="2" charset="0"/>
              </a:rPr>
              <a:t>Strong</a:t>
            </a:r>
            <a:endParaRPr lang="en-DE" sz="1800" b="1" dirty="0">
              <a:latin typeface="Tenorite" panose="00000500000000000000" pitchFamily="2" charset="0"/>
            </a:endParaRPr>
          </a:p>
        </p:txBody>
      </p:sp>
    </p:spTree>
    <p:extLst>
      <p:ext uri="{BB962C8B-B14F-4D97-AF65-F5344CB8AC3E}">
        <p14:creationId xmlns:p14="http://schemas.microsoft.com/office/powerpoint/2010/main" val="1858907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5B867-299D-86A2-7C24-EF4605BE7652}"/>
              </a:ext>
            </a:extLst>
          </p:cNvPr>
          <p:cNvSpPr>
            <a:spLocks noGrp="1"/>
          </p:cNvSpPr>
          <p:nvPr>
            <p:ph type="title"/>
          </p:nvPr>
        </p:nvSpPr>
        <p:spPr/>
        <p:txBody>
          <a:bodyPr/>
          <a:lstStyle/>
          <a:p>
            <a:r>
              <a:rPr lang="en-GB" dirty="0"/>
              <a:t>Background</a:t>
            </a:r>
            <a:endParaRPr lang="en-DE" dirty="0"/>
          </a:p>
        </p:txBody>
      </p:sp>
      <p:sp>
        <p:nvSpPr>
          <p:cNvPr id="3" name="Content Placeholder 2">
            <a:extLst>
              <a:ext uri="{FF2B5EF4-FFF2-40B4-BE49-F238E27FC236}">
                <a16:creationId xmlns:a16="http://schemas.microsoft.com/office/drawing/2014/main" id="{8F9C69A5-E983-1277-D40D-24997B4BDDA3}"/>
              </a:ext>
            </a:extLst>
          </p:cNvPr>
          <p:cNvSpPr>
            <a:spLocks noGrp="1"/>
          </p:cNvSpPr>
          <p:nvPr>
            <p:ph idx="1"/>
          </p:nvPr>
        </p:nvSpPr>
        <p:spPr/>
        <p:txBody>
          <a:bodyPr/>
          <a:lstStyle/>
          <a:p>
            <a:r>
              <a:rPr lang="en-GB" dirty="0"/>
              <a:t>Bitcoin: not just a cryptocurrency but also as an asset/speculative commodity</a:t>
            </a:r>
          </a:p>
          <a:p>
            <a:r>
              <a:rPr lang="en-GB" dirty="0"/>
              <a:t>It will be weak form efficient if the ML model cannot use past information to predict future returns. </a:t>
            </a:r>
          </a:p>
          <a:p>
            <a:r>
              <a:rPr lang="en-GB" dirty="0"/>
              <a:t>Test if publicly available information and the reaction to that information affects the price and if the Model can predict future returns based on that information. </a:t>
            </a:r>
          </a:p>
          <a:p>
            <a:endParaRPr lang="en-GB" dirty="0"/>
          </a:p>
          <a:p>
            <a:endParaRPr lang="en-DE" dirty="0"/>
          </a:p>
        </p:txBody>
      </p:sp>
      <p:sp>
        <p:nvSpPr>
          <p:cNvPr id="4" name="Slide Number Placeholder 3">
            <a:extLst>
              <a:ext uri="{FF2B5EF4-FFF2-40B4-BE49-F238E27FC236}">
                <a16:creationId xmlns:a16="http://schemas.microsoft.com/office/drawing/2014/main" id="{DD995569-9932-E6DC-BCCE-96391EEC692B}"/>
              </a:ext>
            </a:extLst>
          </p:cNvPr>
          <p:cNvSpPr>
            <a:spLocks noGrp="1"/>
          </p:cNvSpPr>
          <p:nvPr>
            <p:ph type="sldNum" sz="quarter" idx="4"/>
          </p:nvPr>
        </p:nvSpPr>
        <p:spPr/>
        <p:txBody>
          <a:bodyPr/>
          <a:lstStyle/>
          <a:p>
            <a:pPr>
              <a:defRPr/>
            </a:pPr>
            <a:fld id="{AFCF9BA9-AB08-46E1-A235-3AC71B2FE2C1}" type="slidenum">
              <a:rPr lang="de-DE" altLang="de-DE" sz="1000" smtClean="0">
                <a:solidFill>
                  <a:srgbClr val="D8413E"/>
                </a:solidFill>
                <a:latin typeface="Arial" panose="020B0604020202020204" pitchFamily="34" charset="0"/>
                <a:cs typeface="Arial" panose="020B0604020202020204" pitchFamily="34" charset="0"/>
              </a:rPr>
              <a:pPr>
                <a:defRPr/>
              </a:pPr>
              <a:t>5</a:t>
            </a:fld>
            <a:endParaRPr lang="de-DE" altLang="de-DE" sz="1000" dirty="0">
              <a:solidFill>
                <a:srgbClr val="D8413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699248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365125" y="1584325"/>
            <a:ext cx="7985125" cy="561975"/>
          </a:xfrm>
        </p:spPr>
        <p:txBody>
          <a:bodyPr/>
          <a:lstStyle/>
          <a:p>
            <a:pPr eaLnBrk="1" fontAlgn="auto" hangingPunct="1">
              <a:spcAft>
                <a:spcPts val="0"/>
              </a:spcAft>
              <a:defRPr/>
            </a:pPr>
            <a:r>
              <a:rPr lang="de-DE" dirty="0">
                <a:ea typeface="+mj-ea"/>
              </a:rPr>
              <a:t>Thanks a lot for your attention</a:t>
            </a:r>
          </a:p>
        </p:txBody>
      </p:sp>
      <p:sp>
        <p:nvSpPr>
          <p:cNvPr id="33795" name="Inhaltsplatzhalter 2"/>
          <p:cNvSpPr>
            <a:spLocks noGrp="1"/>
          </p:cNvSpPr>
          <p:nvPr>
            <p:ph sz="half" idx="2"/>
          </p:nvPr>
        </p:nvSpPr>
        <p:spPr>
          <a:xfrm>
            <a:off x="365125" y="2449513"/>
            <a:ext cx="6924675" cy="2457450"/>
          </a:xfrm>
        </p:spPr>
        <p:txBody>
          <a:bodyPr/>
          <a:lstStyle/>
          <a:p>
            <a:pPr eaLnBrk="1" hangingPunct="1"/>
            <a:r>
              <a:rPr lang="de-DE" altLang="de-DE" sz="1600" b="1" dirty="0">
                <a:latin typeface="Arial" panose="020B0604020202020204" pitchFamily="34" charset="0"/>
                <a:cs typeface="Arial" panose="020B0604020202020204" pitchFamily="34" charset="0"/>
              </a:rPr>
              <a:t>RJDO</a:t>
            </a:r>
          </a:p>
          <a:p>
            <a:pPr eaLnBrk="1" hangingPunct="1"/>
            <a:endParaRPr lang="de-DE" altLang="de-DE" sz="1600" dirty="0">
              <a:latin typeface="Arial" panose="020B0604020202020204" pitchFamily="34" charset="0"/>
              <a:cs typeface="Arial" panose="020B0604020202020204" pitchFamily="34" charset="0"/>
            </a:endParaRPr>
          </a:p>
          <a:p>
            <a:pPr eaLnBrk="1" hangingPunct="1"/>
            <a:endParaRPr lang="de-DE" altLang="de-DE" sz="1600" dirty="0">
              <a:latin typeface="Arial" panose="020B0604020202020204" pitchFamily="34" charset="0"/>
              <a:cs typeface="Arial" panose="020B0604020202020204" pitchFamily="34" charset="0"/>
            </a:endParaRPr>
          </a:p>
        </p:txBody>
      </p:sp>
    </p:spTree>
  </p:cSld>
  <p:clrMapOvr>
    <a:masterClrMapping/>
  </p:clrMapOvr>
</p:sld>
</file>

<file path=ppt/theme/theme1.xml><?xml version="1.0" encoding="utf-8"?>
<a:theme xmlns:a="http://schemas.openxmlformats.org/drawingml/2006/main" name="Master1_UniLeipzig_PPT Vorlage">
  <a:themeElements>
    <a:clrScheme name="Universität Leipzig">
      <a:dk1>
        <a:sysClr val="windowText" lastClr="000000"/>
      </a:dk1>
      <a:lt1>
        <a:sysClr val="window" lastClr="FFFFFF"/>
      </a:lt1>
      <a:dk2>
        <a:srgbClr val="262A31"/>
      </a:dk2>
      <a:lt2>
        <a:srgbClr val="FFFFFF"/>
      </a:lt2>
      <a:accent1>
        <a:srgbClr val="B02F2C"/>
      </a:accent1>
      <a:accent2>
        <a:srgbClr val="D64242"/>
      </a:accent2>
      <a:accent3>
        <a:srgbClr val="8AC2D1"/>
      </a:accent3>
      <a:accent4>
        <a:srgbClr val="262A31"/>
      </a:accent4>
      <a:accent5>
        <a:srgbClr val="EA9E9E"/>
      </a:accent5>
      <a:accent6>
        <a:srgbClr val="C9C9C9"/>
      </a:accent6>
      <a:hlink>
        <a:srgbClr val="B02F2C"/>
      </a:hlink>
      <a:folHlink>
        <a:srgbClr val="E06E6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äsentation1" id="{AF34A279-AF28-43F2-ABC2-47D9B1B138CB}" vid="{DD2B7E31-7D7E-491A-8902-5469ADF73115}"/>
    </a:ext>
  </a:extLst>
</a:theme>
</file>

<file path=ppt/theme/theme2.xml><?xml version="1.0" encoding="utf-8"?>
<a:theme xmlns:a="http://schemas.openxmlformats.org/drawingml/2006/main" name="Master2_UniLeipzig_PPT Vorlage">
  <a:themeElements>
    <a:clrScheme name="Universität Leipzig">
      <a:dk1>
        <a:sysClr val="windowText" lastClr="000000"/>
      </a:dk1>
      <a:lt1>
        <a:sysClr val="window" lastClr="FFFFFF"/>
      </a:lt1>
      <a:dk2>
        <a:srgbClr val="262A31"/>
      </a:dk2>
      <a:lt2>
        <a:srgbClr val="FFFFFF"/>
      </a:lt2>
      <a:accent1>
        <a:srgbClr val="B02F2C"/>
      </a:accent1>
      <a:accent2>
        <a:srgbClr val="D64242"/>
      </a:accent2>
      <a:accent3>
        <a:srgbClr val="8AC2D1"/>
      </a:accent3>
      <a:accent4>
        <a:srgbClr val="262A31"/>
      </a:accent4>
      <a:accent5>
        <a:srgbClr val="EA9E9E"/>
      </a:accent5>
      <a:accent6>
        <a:srgbClr val="C9C9C9"/>
      </a:accent6>
      <a:hlink>
        <a:srgbClr val="B02F2C"/>
      </a:hlink>
      <a:folHlink>
        <a:srgbClr val="E06E6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accent1"/>
          </a:solidFill>
        </a:ln>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defRPr i="0" smtClean="0">
            <a:latin typeface="+mn-lt"/>
            <a:cs typeface="Arial" panose="020B0604020202020204" pitchFamily="34" charset="0"/>
          </a:defRPr>
        </a:defPPr>
      </a:lstStyle>
    </a:txDef>
  </a:objectDefaults>
  <a:extraClrSchemeLst/>
  <a:extLst>
    <a:ext uri="{05A4C25C-085E-4340-85A3-A5531E510DB2}">
      <thm15:themeFamily xmlns:thm15="http://schemas.microsoft.com/office/thememl/2012/main" name="Präsentation1" id="{AF34A279-AF28-43F2-ABC2-47D9B1B138CB}" vid="{493468B7-7E68-4CF9-8FE6-B4E896B34C69}"/>
    </a:ext>
  </a:extLst>
</a:theme>
</file>

<file path=ppt/theme/theme3.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_Musterfoliensatz_16zu9</Template>
  <TotalTime>77</TotalTime>
  <Words>348</Words>
  <Application>Microsoft Office PowerPoint</Application>
  <PresentationFormat>On-screen Show (16:9)</PresentationFormat>
  <Paragraphs>37</Paragraphs>
  <Slides>6</Slides>
  <Notes>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6</vt:i4>
      </vt:variant>
    </vt:vector>
  </HeadingPairs>
  <TitlesOfParts>
    <vt:vector size="13" baseType="lpstr">
      <vt:lpstr>Arial</vt:lpstr>
      <vt:lpstr>Calibri</vt:lpstr>
      <vt:lpstr>Futura</vt:lpstr>
      <vt:lpstr>Symbol</vt:lpstr>
      <vt:lpstr>Tenorite</vt:lpstr>
      <vt:lpstr>Master1_UniLeipzig_PPT Vorlage</vt:lpstr>
      <vt:lpstr>Master2_UniLeipzig_PPT Vorlage</vt:lpstr>
      <vt:lpstr>Testing Market Efficiency of BTC using ML</vt:lpstr>
      <vt:lpstr>Agenda</vt:lpstr>
      <vt:lpstr>Efficient Market Hypothesis</vt:lpstr>
      <vt:lpstr>Forms of Efficient Market</vt:lpstr>
      <vt:lpstr>Background</vt:lpstr>
      <vt:lpstr>Thanks a lot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Valecha, Rohit Naresh</dc:creator>
  <cp:lastModifiedBy>Valecha, Rohit Naresh</cp:lastModifiedBy>
  <cp:revision>10</cp:revision>
  <cp:lastPrinted>2017-09-28T12:33:25Z</cp:lastPrinted>
  <dcterms:created xsi:type="dcterms:W3CDTF">2025-11-28T16:01:54Z</dcterms:created>
  <dcterms:modified xsi:type="dcterms:W3CDTF">2025-12-01T09:41:05Z</dcterms:modified>
</cp:coreProperties>
</file>